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798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0948" y="0"/>
            <a:ext cx="1219200" cy="6858000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200" y="6857999"/>
                </a:lnTo>
              </a:path>
            </a:pathLst>
          </a:custGeom>
          <a:ln w="9525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25308" y="3681348"/>
            <a:ext cx="4763770" cy="3176905"/>
          </a:xfrm>
          <a:custGeom>
            <a:avLst/>
            <a:gdLst/>
            <a:ahLst/>
            <a:cxnLst/>
            <a:rect l="l" t="t" r="r" b="b"/>
            <a:pathLst>
              <a:path w="4763770" h="3176904">
                <a:moveTo>
                  <a:pt x="4763516" y="0"/>
                </a:moveTo>
                <a:lnTo>
                  <a:pt x="0" y="317665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1464" y="0"/>
            <a:ext cx="3007360" cy="6858000"/>
          </a:xfrm>
          <a:custGeom>
            <a:avLst/>
            <a:gdLst/>
            <a:ahLst/>
            <a:cxnLst/>
            <a:rect l="l" t="t" r="r" b="b"/>
            <a:pathLst>
              <a:path w="3007359" h="6858000">
                <a:moveTo>
                  <a:pt x="3007359" y="0"/>
                </a:moveTo>
                <a:lnTo>
                  <a:pt x="2043054" y="0"/>
                </a:lnTo>
                <a:lnTo>
                  <a:pt x="0" y="6858000"/>
                </a:lnTo>
                <a:lnTo>
                  <a:pt x="3007359" y="6858000"/>
                </a:lnTo>
                <a:lnTo>
                  <a:pt x="3007359" y="0"/>
                </a:lnTo>
                <a:close/>
              </a:path>
            </a:pathLst>
          </a:custGeom>
          <a:solidFill>
            <a:srgbClr val="90C225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4984" y="0"/>
            <a:ext cx="2587625" cy="6858000"/>
          </a:xfrm>
          <a:custGeom>
            <a:avLst/>
            <a:gdLst/>
            <a:ahLst/>
            <a:cxnLst/>
            <a:rect l="l" t="t" r="r" b="b"/>
            <a:pathLst>
              <a:path w="2587625" h="6858000">
                <a:moveTo>
                  <a:pt x="2587015" y="0"/>
                </a:moveTo>
                <a:lnTo>
                  <a:pt x="0" y="0"/>
                </a:lnTo>
                <a:lnTo>
                  <a:pt x="1207922" y="6858000"/>
                </a:lnTo>
                <a:lnTo>
                  <a:pt x="2587015" y="6858000"/>
                </a:lnTo>
                <a:lnTo>
                  <a:pt x="2587015" y="0"/>
                </a:lnTo>
                <a:close/>
              </a:path>
            </a:pathLst>
          </a:custGeom>
          <a:solidFill>
            <a:srgbClr val="90C22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2290" y="3048000"/>
            <a:ext cx="3260090" cy="3810000"/>
          </a:xfrm>
          <a:custGeom>
            <a:avLst/>
            <a:gdLst/>
            <a:ahLst/>
            <a:cxnLst/>
            <a:rect l="l" t="t" r="r" b="b"/>
            <a:pathLst>
              <a:path w="3260090" h="3810000">
                <a:moveTo>
                  <a:pt x="3259708" y="0"/>
                </a:moveTo>
                <a:lnTo>
                  <a:pt x="0" y="3809999"/>
                </a:lnTo>
                <a:lnTo>
                  <a:pt x="3259708" y="3809999"/>
                </a:lnTo>
                <a:lnTo>
                  <a:pt x="3259708" y="0"/>
                </a:lnTo>
                <a:close/>
              </a:path>
            </a:pathLst>
          </a:custGeom>
          <a:solidFill>
            <a:srgbClr val="539F20">
              <a:alpha val="7215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7561" y="0"/>
            <a:ext cx="2851785" cy="6858000"/>
          </a:xfrm>
          <a:custGeom>
            <a:avLst/>
            <a:gdLst/>
            <a:ahLst/>
            <a:cxnLst/>
            <a:rect l="l" t="t" r="r" b="b"/>
            <a:pathLst>
              <a:path w="2851784" h="6858000">
                <a:moveTo>
                  <a:pt x="2851263" y="0"/>
                </a:moveTo>
                <a:lnTo>
                  <a:pt x="0" y="0"/>
                </a:lnTo>
                <a:lnTo>
                  <a:pt x="2467723" y="6858000"/>
                </a:lnTo>
                <a:lnTo>
                  <a:pt x="2851263" y="6858000"/>
                </a:lnTo>
                <a:lnTo>
                  <a:pt x="2851263" y="0"/>
                </a:lnTo>
                <a:close/>
              </a:path>
            </a:pathLst>
          </a:custGeom>
          <a:solidFill>
            <a:srgbClr val="3E7818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98758" y="0"/>
            <a:ext cx="1290320" cy="6858000"/>
          </a:xfrm>
          <a:custGeom>
            <a:avLst/>
            <a:gdLst/>
            <a:ahLst/>
            <a:cxnLst/>
            <a:rect l="l" t="t" r="r" b="b"/>
            <a:pathLst>
              <a:path w="1290320" h="6858000">
                <a:moveTo>
                  <a:pt x="1290066" y="0"/>
                </a:moveTo>
                <a:lnTo>
                  <a:pt x="1018419" y="0"/>
                </a:lnTo>
                <a:lnTo>
                  <a:pt x="0" y="6858000"/>
                </a:lnTo>
                <a:lnTo>
                  <a:pt x="1290066" y="6858000"/>
                </a:lnTo>
                <a:lnTo>
                  <a:pt x="1290066" y="0"/>
                </a:lnTo>
                <a:close/>
              </a:path>
            </a:pathLst>
          </a:custGeom>
          <a:solidFill>
            <a:srgbClr val="C0E374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40392" y="0"/>
            <a:ext cx="1249045" cy="6858000"/>
          </a:xfrm>
          <a:custGeom>
            <a:avLst/>
            <a:gdLst/>
            <a:ahLst/>
            <a:cxnLst/>
            <a:rect l="l" t="t" r="r" b="b"/>
            <a:pathLst>
              <a:path w="1249045" h="6858000">
                <a:moveTo>
                  <a:pt x="1248432" y="0"/>
                </a:moveTo>
                <a:lnTo>
                  <a:pt x="0" y="0"/>
                </a:lnTo>
                <a:lnTo>
                  <a:pt x="1107970" y="6858000"/>
                </a:lnTo>
                <a:lnTo>
                  <a:pt x="1248432" y="6858000"/>
                </a:lnTo>
                <a:lnTo>
                  <a:pt x="1248432" y="0"/>
                </a:lnTo>
                <a:close/>
              </a:path>
            </a:pathLst>
          </a:custGeom>
          <a:solidFill>
            <a:srgbClr val="90C225">
              <a:alpha val="6509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71708" y="3589909"/>
            <a:ext cx="1817370" cy="3268345"/>
          </a:xfrm>
          <a:custGeom>
            <a:avLst/>
            <a:gdLst/>
            <a:ahLst/>
            <a:cxnLst/>
            <a:rect l="l" t="t" r="r" b="b"/>
            <a:pathLst>
              <a:path w="1817370" h="3268345">
                <a:moveTo>
                  <a:pt x="1817116" y="0"/>
                </a:moveTo>
                <a:lnTo>
                  <a:pt x="0" y="3268090"/>
                </a:lnTo>
                <a:lnTo>
                  <a:pt x="1817116" y="3268090"/>
                </a:lnTo>
                <a:lnTo>
                  <a:pt x="1817116" y="0"/>
                </a:lnTo>
                <a:close/>
              </a:path>
            </a:pathLst>
          </a:custGeom>
          <a:solidFill>
            <a:srgbClr val="90C225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0"/>
            <a:ext cx="842644" cy="5666740"/>
          </a:xfrm>
          <a:custGeom>
            <a:avLst/>
            <a:gdLst/>
            <a:ahLst/>
            <a:cxnLst/>
            <a:rect l="l" t="t" r="r" b="b"/>
            <a:pathLst>
              <a:path w="842644" h="5666740">
                <a:moveTo>
                  <a:pt x="842594" y="0"/>
                </a:moveTo>
                <a:lnTo>
                  <a:pt x="0" y="0"/>
                </a:lnTo>
                <a:lnTo>
                  <a:pt x="0" y="5666155"/>
                </a:lnTo>
                <a:lnTo>
                  <a:pt x="842594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26337" y="2326970"/>
            <a:ext cx="8590915" cy="8489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0948" y="0"/>
            <a:ext cx="1219200" cy="6858000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200" y="6857999"/>
                </a:lnTo>
              </a:path>
            </a:pathLst>
          </a:custGeom>
          <a:ln w="9525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25308" y="3681348"/>
            <a:ext cx="4763770" cy="3176905"/>
          </a:xfrm>
          <a:custGeom>
            <a:avLst/>
            <a:gdLst/>
            <a:ahLst/>
            <a:cxnLst/>
            <a:rect l="l" t="t" r="r" b="b"/>
            <a:pathLst>
              <a:path w="4763770" h="3176904">
                <a:moveTo>
                  <a:pt x="4763516" y="0"/>
                </a:moveTo>
                <a:lnTo>
                  <a:pt x="0" y="317665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1464" y="0"/>
            <a:ext cx="3007360" cy="6858000"/>
          </a:xfrm>
          <a:custGeom>
            <a:avLst/>
            <a:gdLst/>
            <a:ahLst/>
            <a:cxnLst/>
            <a:rect l="l" t="t" r="r" b="b"/>
            <a:pathLst>
              <a:path w="3007359" h="6858000">
                <a:moveTo>
                  <a:pt x="3007359" y="0"/>
                </a:moveTo>
                <a:lnTo>
                  <a:pt x="2043054" y="0"/>
                </a:lnTo>
                <a:lnTo>
                  <a:pt x="0" y="6858000"/>
                </a:lnTo>
                <a:lnTo>
                  <a:pt x="3007359" y="6858000"/>
                </a:lnTo>
                <a:lnTo>
                  <a:pt x="3007359" y="0"/>
                </a:lnTo>
                <a:close/>
              </a:path>
            </a:pathLst>
          </a:custGeom>
          <a:solidFill>
            <a:srgbClr val="90C225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4984" y="0"/>
            <a:ext cx="2587625" cy="6858000"/>
          </a:xfrm>
          <a:custGeom>
            <a:avLst/>
            <a:gdLst/>
            <a:ahLst/>
            <a:cxnLst/>
            <a:rect l="l" t="t" r="r" b="b"/>
            <a:pathLst>
              <a:path w="2587625" h="6858000">
                <a:moveTo>
                  <a:pt x="2587015" y="0"/>
                </a:moveTo>
                <a:lnTo>
                  <a:pt x="0" y="0"/>
                </a:lnTo>
                <a:lnTo>
                  <a:pt x="1207922" y="6858000"/>
                </a:lnTo>
                <a:lnTo>
                  <a:pt x="2587015" y="6858000"/>
                </a:lnTo>
                <a:lnTo>
                  <a:pt x="2587015" y="0"/>
                </a:lnTo>
                <a:close/>
              </a:path>
            </a:pathLst>
          </a:custGeom>
          <a:solidFill>
            <a:srgbClr val="90C22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2290" y="3048000"/>
            <a:ext cx="3260090" cy="3810000"/>
          </a:xfrm>
          <a:custGeom>
            <a:avLst/>
            <a:gdLst/>
            <a:ahLst/>
            <a:cxnLst/>
            <a:rect l="l" t="t" r="r" b="b"/>
            <a:pathLst>
              <a:path w="3260090" h="3810000">
                <a:moveTo>
                  <a:pt x="3259708" y="0"/>
                </a:moveTo>
                <a:lnTo>
                  <a:pt x="0" y="3809999"/>
                </a:lnTo>
                <a:lnTo>
                  <a:pt x="3259708" y="3809999"/>
                </a:lnTo>
                <a:lnTo>
                  <a:pt x="3259708" y="0"/>
                </a:lnTo>
                <a:close/>
              </a:path>
            </a:pathLst>
          </a:custGeom>
          <a:solidFill>
            <a:srgbClr val="539F20">
              <a:alpha val="7215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7561" y="0"/>
            <a:ext cx="2851785" cy="6858000"/>
          </a:xfrm>
          <a:custGeom>
            <a:avLst/>
            <a:gdLst/>
            <a:ahLst/>
            <a:cxnLst/>
            <a:rect l="l" t="t" r="r" b="b"/>
            <a:pathLst>
              <a:path w="2851784" h="6858000">
                <a:moveTo>
                  <a:pt x="2851263" y="0"/>
                </a:moveTo>
                <a:lnTo>
                  <a:pt x="0" y="0"/>
                </a:lnTo>
                <a:lnTo>
                  <a:pt x="2467723" y="6858000"/>
                </a:lnTo>
                <a:lnTo>
                  <a:pt x="2851263" y="6858000"/>
                </a:lnTo>
                <a:lnTo>
                  <a:pt x="2851263" y="0"/>
                </a:lnTo>
                <a:close/>
              </a:path>
            </a:pathLst>
          </a:custGeom>
          <a:solidFill>
            <a:srgbClr val="3E7818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98758" y="0"/>
            <a:ext cx="1290320" cy="6858000"/>
          </a:xfrm>
          <a:custGeom>
            <a:avLst/>
            <a:gdLst/>
            <a:ahLst/>
            <a:cxnLst/>
            <a:rect l="l" t="t" r="r" b="b"/>
            <a:pathLst>
              <a:path w="1290320" h="6858000">
                <a:moveTo>
                  <a:pt x="1290066" y="0"/>
                </a:moveTo>
                <a:lnTo>
                  <a:pt x="1018419" y="0"/>
                </a:lnTo>
                <a:lnTo>
                  <a:pt x="0" y="6858000"/>
                </a:lnTo>
                <a:lnTo>
                  <a:pt x="1290066" y="6858000"/>
                </a:lnTo>
                <a:lnTo>
                  <a:pt x="1290066" y="0"/>
                </a:lnTo>
                <a:close/>
              </a:path>
            </a:pathLst>
          </a:custGeom>
          <a:solidFill>
            <a:srgbClr val="C0E374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40392" y="0"/>
            <a:ext cx="1249045" cy="6858000"/>
          </a:xfrm>
          <a:custGeom>
            <a:avLst/>
            <a:gdLst/>
            <a:ahLst/>
            <a:cxnLst/>
            <a:rect l="l" t="t" r="r" b="b"/>
            <a:pathLst>
              <a:path w="1249045" h="6858000">
                <a:moveTo>
                  <a:pt x="1248432" y="0"/>
                </a:moveTo>
                <a:lnTo>
                  <a:pt x="0" y="0"/>
                </a:lnTo>
                <a:lnTo>
                  <a:pt x="1107970" y="6858000"/>
                </a:lnTo>
                <a:lnTo>
                  <a:pt x="1248432" y="6858000"/>
                </a:lnTo>
                <a:lnTo>
                  <a:pt x="1248432" y="0"/>
                </a:lnTo>
                <a:close/>
              </a:path>
            </a:pathLst>
          </a:custGeom>
          <a:solidFill>
            <a:srgbClr val="90C225">
              <a:alpha val="6509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71708" y="3589909"/>
            <a:ext cx="1817370" cy="3268345"/>
          </a:xfrm>
          <a:custGeom>
            <a:avLst/>
            <a:gdLst/>
            <a:ahLst/>
            <a:cxnLst/>
            <a:rect l="l" t="t" r="r" b="b"/>
            <a:pathLst>
              <a:path w="1817370" h="3268345">
                <a:moveTo>
                  <a:pt x="1817116" y="0"/>
                </a:moveTo>
                <a:lnTo>
                  <a:pt x="0" y="3268090"/>
                </a:lnTo>
                <a:lnTo>
                  <a:pt x="1817116" y="3268090"/>
                </a:lnTo>
                <a:lnTo>
                  <a:pt x="1817116" y="0"/>
                </a:lnTo>
                <a:close/>
              </a:path>
            </a:pathLst>
          </a:custGeom>
          <a:solidFill>
            <a:srgbClr val="90C225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4013199"/>
            <a:ext cx="448945" cy="2844800"/>
          </a:xfrm>
          <a:custGeom>
            <a:avLst/>
            <a:gdLst/>
            <a:ahLst/>
            <a:cxnLst/>
            <a:rect l="l" t="t" r="r" b="b"/>
            <a:pathLst>
              <a:path w="448945" h="2844800">
                <a:moveTo>
                  <a:pt x="0" y="0"/>
                </a:moveTo>
                <a:lnTo>
                  <a:pt x="0" y="2844799"/>
                </a:lnTo>
                <a:lnTo>
                  <a:pt x="448729" y="2844799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bg object 2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891" y="1298447"/>
            <a:ext cx="3866388" cy="3313176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1106" y="1489709"/>
            <a:ext cx="3496182" cy="2943860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5843" y="4407408"/>
            <a:ext cx="3948556" cy="2450592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1106" y="4602839"/>
            <a:ext cx="3379342" cy="218871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0948" y="0"/>
            <a:ext cx="1219200" cy="6858000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200" y="6857999"/>
                </a:lnTo>
              </a:path>
            </a:pathLst>
          </a:custGeom>
          <a:ln w="9525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25308" y="3681348"/>
            <a:ext cx="4763770" cy="3176905"/>
          </a:xfrm>
          <a:custGeom>
            <a:avLst/>
            <a:gdLst/>
            <a:ahLst/>
            <a:cxnLst/>
            <a:rect l="l" t="t" r="r" b="b"/>
            <a:pathLst>
              <a:path w="4763770" h="3176904">
                <a:moveTo>
                  <a:pt x="4763516" y="0"/>
                </a:moveTo>
                <a:lnTo>
                  <a:pt x="0" y="317665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1464" y="0"/>
            <a:ext cx="3007360" cy="6858000"/>
          </a:xfrm>
          <a:custGeom>
            <a:avLst/>
            <a:gdLst/>
            <a:ahLst/>
            <a:cxnLst/>
            <a:rect l="l" t="t" r="r" b="b"/>
            <a:pathLst>
              <a:path w="3007359" h="6858000">
                <a:moveTo>
                  <a:pt x="3007359" y="0"/>
                </a:moveTo>
                <a:lnTo>
                  <a:pt x="2043054" y="0"/>
                </a:lnTo>
                <a:lnTo>
                  <a:pt x="0" y="6858000"/>
                </a:lnTo>
                <a:lnTo>
                  <a:pt x="3007359" y="6858000"/>
                </a:lnTo>
                <a:lnTo>
                  <a:pt x="3007359" y="0"/>
                </a:lnTo>
                <a:close/>
              </a:path>
            </a:pathLst>
          </a:custGeom>
          <a:solidFill>
            <a:srgbClr val="90C225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4984" y="0"/>
            <a:ext cx="2587625" cy="6858000"/>
          </a:xfrm>
          <a:custGeom>
            <a:avLst/>
            <a:gdLst/>
            <a:ahLst/>
            <a:cxnLst/>
            <a:rect l="l" t="t" r="r" b="b"/>
            <a:pathLst>
              <a:path w="2587625" h="6858000">
                <a:moveTo>
                  <a:pt x="2587015" y="0"/>
                </a:moveTo>
                <a:lnTo>
                  <a:pt x="0" y="0"/>
                </a:lnTo>
                <a:lnTo>
                  <a:pt x="1207922" y="6858000"/>
                </a:lnTo>
                <a:lnTo>
                  <a:pt x="2587015" y="6858000"/>
                </a:lnTo>
                <a:lnTo>
                  <a:pt x="2587015" y="0"/>
                </a:lnTo>
                <a:close/>
              </a:path>
            </a:pathLst>
          </a:custGeom>
          <a:solidFill>
            <a:srgbClr val="90C22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2290" y="3048000"/>
            <a:ext cx="3260090" cy="3810000"/>
          </a:xfrm>
          <a:custGeom>
            <a:avLst/>
            <a:gdLst/>
            <a:ahLst/>
            <a:cxnLst/>
            <a:rect l="l" t="t" r="r" b="b"/>
            <a:pathLst>
              <a:path w="3260090" h="3810000">
                <a:moveTo>
                  <a:pt x="3259708" y="0"/>
                </a:moveTo>
                <a:lnTo>
                  <a:pt x="0" y="3809999"/>
                </a:lnTo>
                <a:lnTo>
                  <a:pt x="3259708" y="3809999"/>
                </a:lnTo>
                <a:lnTo>
                  <a:pt x="3259708" y="0"/>
                </a:lnTo>
                <a:close/>
              </a:path>
            </a:pathLst>
          </a:custGeom>
          <a:solidFill>
            <a:srgbClr val="539F20">
              <a:alpha val="7215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7561" y="0"/>
            <a:ext cx="2851785" cy="6858000"/>
          </a:xfrm>
          <a:custGeom>
            <a:avLst/>
            <a:gdLst/>
            <a:ahLst/>
            <a:cxnLst/>
            <a:rect l="l" t="t" r="r" b="b"/>
            <a:pathLst>
              <a:path w="2851784" h="6858000">
                <a:moveTo>
                  <a:pt x="2851263" y="0"/>
                </a:moveTo>
                <a:lnTo>
                  <a:pt x="0" y="0"/>
                </a:lnTo>
                <a:lnTo>
                  <a:pt x="2467723" y="6858000"/>
                </a:lnTo>
                <a:lnTo>
                  <a:pt x="2851263" y="6858000"/>
                </a:lnTo>
                <a:lnTo>
                  <a:pt x="2851263" y="0"/>
                </a:lnTo>
                <a:close/>
              </a:path>
            </a:pathLst>
          </a:custGeom>
          <a:solidFill>
            <a:srgbClr val="3E7818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98758" y="0"/>
            <a:ext cx="1290320" cy="6858000"/>
          </a:xfrm>
          <a:custGeom>
            <a:avLst/>
            <a:gdLst/>
            <a:ahLst/>
            <a:cxnLst/>
            <a:rect l="l" t="t" r="r" b="b"/>
            <a:pathLst>
              <a:path w="1290320" h="6858000">
                <a:moveTo>
                  <a:pt x="1290066" y="0"/>
                </a:moveTo>
                <a:lnTo>
                  <a:pt x="1018419" y="0"/>
                </a:lnTo>
                <a:lnTo>
                  <a:pt x="0" y="6858000"/>
                </a:lnTo>
                <a:lnTo>
                  <a:pt x="1290066" y="6858000"/>
                </a:lnTo>
                <a:lnTo>
                  <a:pt x="1290066" y="0"/>
                </a:lnTo>
                <a:close/>
              </a:path>
            </a:pathLst>
          </a:custGeom>
          <a:solidFill>
            <a:srgbClr val="C0E374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40392" y="0"/>
            <a:ext cx="1249045" cy="6858000"/>
          </a:xfrm>
          <a:custGeom>
            <a:avLst/>
            <a:gdLst/>
            <a:ahLst/>
            <a:cxnLst/>
            <a:rect l="l" t="t" r="r" b="b"/>
            <a:pathLst>
              <a:path w="1249045" h="6858000">
                <a:moveTo>
                  <a:pt x="1248432" y="0"/>
                </a:moveTo>
                <a:lnTo>
                  <a:pt x="0" y="0"/>
                </a:lnTo>
                <a:lnTo>
                  <a:pt x="1107970" y="6858000"/>
                </a:lnTo>
                <a:lnTo>
                  <a:pt x="1248432" y="6858000"/>
                </a:lnTo>
                <a:lnTo>
                  <a:pt x="1248432" y="0"/>
                </a:lnTo>
                <a:close/>
              </a:path>
            </a:pathLst>
          </a:custGeom>
          <a:solidFill>
            <a:srgbClr val="90C225">
              <a:alpha val="6509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71708" y="3589909"/>
            <a:ext cx="1817370" cy="3268345"/>
          </a:xfrm>
          <a:custGeom>
            <a:avLst/>
            <a:gdLst/>
            <a:ahLst/>
            <a:cxnLst/>
            <a:rect l="l" t="t" r="r" b="b"/>
            <a:pathLst>
              <a:path w="1817370" h="3268345">
                <a:moveTo>
                  <a:pt x="1817116" y="0"/>
                </a:moveTo>
                <a:lnTo>
                  <a:pt x="0" y="3268090"/>
                </a:lnTo>
                <a:lnTo>
                  <a:pt x="1817116" y="3268090"/>
                </a:lnTo>
                <a:lnTo>
                  <a:pt x="1817116" y="0"/>
                </a:lnTo>
                <a:close/>
              </a:path>
            </a:pathLst>
          </a:custGeom>
          <a:solidFill>
            <a:srgbClr val="90C225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6310" y="629158"/>
            <a:ext cx="7034530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rgbClr val="92D050"/>
                </a:solidFill>
              </a:rPr>
              <a:t>Sensor:</a:t>
            </a:r>
            <a:r>
              <a:rPr lang="en-US" spc="-125" dirty="0">
                <a:solidFill>
                  <a:srgbClr val="92D050"/>
                </a:solidFill>
              </a:rPr>
              <a:t> </a:t>
            </a:r>
            <a:r>
              <a:rPr lang="en-US" dirty="0">
                <a:solidFill>
                  <a:srgbClr val="92D050"/>
                </a:solidFill>
              </a:rPr>
              <a:t>Finger</a:t>
            </a:r>
            <a:r>
              <a:rPr lang="en-US" spc="-155" dirty="0">
                <a:solidFill>
                  <a:srgbClr val="92D050"/>
                </a:solidFill>
              </a:rPr>
              <a:t> </a:t>
            </a:r>
            <a:r>
              <a:rPr lang="en-US" dirty="0">
                <a:solidFill>
                  <a:srgbClr val="92D050"/>
                </a:solidFill>
              </a:rPr>
              <a:t>Print</a:t>
            </a:r>
            <a:r>
              <a:rPr lang="en-US" spc="-140" dirty="0">
                <a:solidFill>
                  <a:srgbClr val="92D050"/>
                </a:solidFill>
              </a:rPr>
              <a:t> </a:t>
            </a:r>
            <a:r>
              <a:rPr lang="en-US" dirty="0">
                <a:solidFill>
                  <a:srgbClr val="92D050"/>
                </a:solidFill>
              </a:rPr>
              <a:t>Reader</a:t>
            </a:r>
            <a:r>
              <a:rPr lang="en-US" spc="-160" dirty="0">
                <a:solidFill>
                  <a:srgbClr val="92D050"/>
                </a:solidFill>
              </a:rPr>
              <a:t> </a:t>
            </a:r>
            <a:r>
              <a:rPr lang="en-US" spc="-10" dirty="0">
                <a:solidFill>
                  <a:srgbClr val="92D050"/>
                </a:solidFill>
              </a:rPr>
              <a:t>(4690)</a:t>
            </a:r>
            <a:endParaRPr spc="-10" dirty="0">
              <a:solidFill>
                <a:srgbClr val="92D050"/>
              </a:solidFill>
            </a:endParaRPr>
          </a:p>
        </p:txBody>
      </p:sp>
      <p:pic>
        <p:nvPicPr>
          <p:cNvPr id="3" name="object 3" descr="A screen shot of a computer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46091" y="1244219"/>
            <a:ext cx="4932552" cy="171107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415154" y="3040125"/>
            <a:ext cx="50069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rebuchet MS"/>
                <a:cs typeface="Trebuchet MS"/>
              </a:rPr>
              <a:t>Could</a:t>
            </a:r>
            <a:r>
              <a:rPr sz="1600" spc="-2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not</a:t>
            </a:r>
            <a:r>
              <a:rPr sz="1600" spc="-2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use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i2c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detect</a:t>
            </a:r>
            <a:r>
              <a:rPr sz="1600" spc="-4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because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my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sensor</a:t>
            </a:r>
            <a:r>
              <a:rPr sz="1600" spc="-1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uses</a:t>
            </a:r>
            <a:r>
              <a:rPr sz="1600" spc="-45" dirty="0">
                <a:latin typeface="Trebuchet MS"/>
                <a:cs typeface="Trebuchet MS"/>
              </a:rPr>
              <a:t> </a:t>
            </a:r>
            <a:r>
              <a:rPr sz="1600" spc="-20" dirty="0">
                <a:latin typeface="Trebuchet MS"/>
                <a:cs typeface="Trebuchet MS"/>
              </a:rPr>
              <a:t>UART</a:t>
            </a:r>
            <a:endParaRPr sz="1600">
              <a:latin typeface="Trebuchet MS"/>
              <a:cs typeface="Trebuchet MS"/>
            </a:endParaRPr>
          </a:p>
        </p:txBody>
      </p:sp>
      <p:pic>
        <p:nvPicPr>
          <p:cNvPr id="5" name="object 5" descr="A close-up of a circuit board  AI-generated content may be incorrect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4503" y="3640835"/>
            <a:ext cx="3565398" cy="27424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A62219-F058-CA25-E6F2-DFA578B35670}"/>
              </a:ext>
            </a:extLst>
          </p:cNvPr>
          <p:cNvSpPr txBox="1"/>
          <p:nvPr/>
        </p:nvSpPr>
        <p:spPr>
          <a:xfrm>
            <a:off x="756310" y="277994"/>
            <a:ext cx="60990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spc="-125" dirty="0">
                <a:solidFill>
                  <a:srgbClr val="92D050"/>
                </a:solidFill>
                <a:latin typeface="Trebuchet MS" panose="020B0603020202020204" pitchFamily="34" charset="0"/>
              </a:rPr>
              <a:t>Anthony Mancia		 n01643670 </a:t>
            </a:r>
            <a:endParaRPr lang="en-US" sz="2400" dirty="0">
              <a:solidFill>
                <a:srgbClr val="92D050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24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Calibri</vt:lpstr>
      <vt:lpstr>Trebuchet MS</vt:lpstr>
      <vt:lpstr>Office Theme</vt:lpstr>
      <vt:lpstr>Sensor: Finger Print Reader (4690)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ANTHONY Mancia</dc:creator>
  <cp:lastModifiedBy>ANTHONY Mancia</cp:lastModifiedBy>
  <cp:revision>1</cp:revision>
  <dcterms:created xsi:type="dcterms:W3CDTF">2025-12-02T14:56:13Z</dcterms:created>
  <dcterms:modified xsi:type="dcterms:W3CDTF">2025-12-02T14:58:31Z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2025-11-25T00:00:00Z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2025-12-02T00:00:00Z</vt:filetime>
  </property>
  <property fmtid="{D5CDD505-2E9C-101B-9397-08002B2CF9AE}" pid="5" name="Producer">
    <vt:lpwstr>Microsoft® PowerPoint® LTSC</vt:lpwstr>
  </property>
</Properties>
</file>