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>
        <p:scale>
          <a:sx n="44" d="100"/>
          <a:sy n="44" d="100"/>
        </p:scale>
        <p:origin x="36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1533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2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4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7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4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23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1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8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2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05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2783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74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90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69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15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892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4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92E2-1391-70F2-823C-626014A87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713775" y="4558259"/>
            <a:ext cx="10178799" cy="1346996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Hardware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EC514-5419-9C22-8C5B-FEAEC9CB36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55" r="-1" b="4317"/>
          <a:stretch>
            <a:fillRect/>
          </a:stretch>
        </p:blipFill>
        <p:spPr>
          <a:xfrm rot="43020000">
            <a:off x="204151" y="593290"/>
            <a:ext cx="2469963" cy="2475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D7C3E-2F0D-6A5B-4308-36AB2EC6A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046"/>
          <a:stretch>
            <a:fillRect/>
          </a:stretch>
        </p:blipFill>
        <p:spPr>
          <a:xfrm rot="21420000">
            <a:off x="2981778" y="456814"/>
            <a:ext cx="2469963" cy="24067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C461AD-CFA1-E5B1-BF80-3EDD5AE6B6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94" r="1199" b="-3"/>
          <a:stretch>
            <a:fillRect/>
          </a:stretch>
        </p:blipFill>
        <p:spPr>
          <a:xfrm rot="43020000">
            <a:off x="5571181" y="317686"/>
            <a:ext cx="2469963" cy="2406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5D5323-CFAB-D862-B14D-9F5A45D137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399" r="10861" b="-3"/>
          <a:stretch>
            <a:fillRect/>
          </a:stretch>
        </p:blipFill>
        <p:spPr>
          <a:xfrm rot="43020000">
            <a:off x="8160133" y="175527"/>
            <a:ext cx="2469963" cy="24067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D927E3-1256-ADAA-DE1F-BC7D11ADAF0B}"/>
              </a:ext>
            </a:extLst>
          </p:cNvPr>
          <p:cNvSpPr txBox="1"/>
          <p:nvPr/>
        </p:nvSpPr>
        <p:spPr>
          <a:xfrm rot="21395893">
            <a:off x="212146" y="3144521"/>
            <a:ext cx="2683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4690 Fingerprint Scanner</a:t>
            </a:r>
          </a:p>
          <a:p>
            <a:pPr algn="ctr"/>
            <a:endParaRPr lang="en-CA" dirty="0"/>
          </a:p>
          <a:p>
            <a:pPr algn="ctr"/>
            <a:r>
              <a:rPr lang="en-CA" dirty="0"/>
              <a:t>Anthony Macia</a:t>
            </a: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45F86BFE-888B-5C1C-7B7F-E72316F78F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413916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5024F740-0985-CBDE-8F5E-3ED1FA4A30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1405017">
            <a:off x="3603899" y="3038716"/>
            <a:ext cx="1434990" cy="113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dirty="0"/>
              <a:t>Zio </a:t>
            </a:r>
            <a:r>
              <a:rPr lang="en-CA" dirty="0" err="1"/>
              <a:t>Oled</a:t>
            </a:r>
            <a:endParaRPr lang="en-CA" dirty="0"/>
          </a:p>
          <a:p>
            <a:pPr algn="ctr"/>
            <a:endParaRPr lang="en-CA" dirty="0"/>
          </a:p>
          <a:p>
            <a:pPr algn="ctr"/>
            <a:r>
              <a:rPr lang="en-CA" dirty="0"/>
              <a:t>Tyler Meira</a:t>
            </a: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E7A0D6DC-69CD-60CF-EE81-106DF8D184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1438879">
            <a:off x="6346372" y="2843548"/>
            <a:ext cx="1194472" cy="119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dirty="0"/>
              <a:t>AtTiny84</a:t>
            </a:r>
          </a:p>
          <a:p>
            <a:pPr algn="ctr"/>
            <a:endParaRPr lang="en-CA" dirty="0"/>
          </a:p>
          <a:p>
            <a:pPr algn="ctr"/>
            <a:r>
              <a:rPr lang="en-CA" dirty="0"/>
              <a:t>Ngoc Le</a:t>
            </a:r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B3A645AD-F60F-B195-4ADC-B4DFAC0DEE0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1405402">
            <a:off x="8671996" y="2666736"/>
            <a:ext cx="1870975" cy="140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dirty="0"/>
              <a:t>360 Micro Servo</a:t>
            </a:r>
          </a:p>
          <a:p>
            <a:pPr algn="ctr"/>
            <a:endParaRPr lang="en-CA" dirty="0"/>
          </a:p>
          <a:p>
            <a:pPr algn="ctr"/>
            <a:r>
              <a:rPr lang="en-CA" dirty="0"/>
              <a:t>Amos Sadiq</a:t>
            </a:r>
          </a:p>
        </p:txBody>
      </p:sp>
    </p:spTree>
    <p:extLst>
      <p:ext uri="{BB962C8B-B14F-4D97-AF65-F5344CB8AC3E}">
        <p14:creationId xmlns:p14="http://schemas.microsoft.com/office/powerpoint/2010/main" val="36549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BCD07B-D885-79E6-E5E4-5C3FDCDC96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1371"/>
          <a:stretch>
            <a:fillRect/>
          </a:stretch>
        </p:blipFill>
        <p:spPr>
          <a:xfrm>
            <a:off x="7271962" y="691545"/>
            <a:ext cx="4391095" cy="30531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30D0A9-3370-DC47-C35D-7E0D37F6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12" y="4714814"/>
            <a:ext cx="10818199" cy="10752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800"/>
              <a:t>Database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F8A008-ECD0-8C65-62FC-B6B4AFEFEA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30" r="3" b="3"/>
          <a:stretch>
            <a:fillRect/>
          </a:stretch>
        </p:blipFill>
        <p:spPr>
          <a:xfrm>
            <a:off x="163398" y="691545"/>
            <a:ext cx="6961087" cy="305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19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14A0-83F0-7502-DB89-7437A2E6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27" y="5649686"/>
            <a:ext cx="10014745" cy="8433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800" dirty="0"/>
              <a:t>Mobile App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B70BB-5076-1F7D-B696-BF82FAA8E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27" y="364974"/>
            <a:ext cx="2856672" cy="4761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594F5-B79C-3BBF-6E4F-EBB880661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812" y="392196"/>
            <a:ext cx="3041531" cy="4733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2F8389-B7E4-9677-C938-123775A96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99" y="364974"/>
            <a:ext cx="2721429" cy="469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1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287D-855D-30C0-A788-EEB86764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305761"/>
            <a:ext cx="9618133" cy="1043108"/>
          </a:xfrm>
        </p:spPr>
        <p:txBody>
          <a:bodyPr>
            <a:normAutofit/>
          </a:bodyPr>
          <a:lstStyle/>
          <a:p>
            <a:pPr algn="ctr"/>
            <a:r>
              <a:rPr lang="en-CA" sz="4800" dirty="0"/>
              <a:t>Demonstration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84655-D3E5-47E2-692F-08A796786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3" y="1469571"/>
            <a:ext cx="9618133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are using Anthonys Raspberry pi, the power supply and cables will be provide by Anthony </a:t>
            </a:r>
            <a:r>
              <a:rPr lang="en-CA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aswell</a:t>
            </a: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will be using Ngoc Le’s laptop for our demonstration, 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en-CA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pcB’s</a:t>
            </a: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being used in our project are Tyler’s And Ngocs created last semester in our Hardware production Class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 our demonstration a user will have already created an account through our app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simulate how a user would interact with our hardware once they have accepted a job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user will use the keypad to interact wit the menu through the Zio </a:t>
            </a:r>
            <a:r>
              <a:rPr lang="en-CA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Oled</a:t>
            </a: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Select who they are and punch in using the fingerprint sensor</a:t>
            </a:r>
          </a:p>
          <a:p>
            <a:pPr>
              <a:lnSpc>
                <a:spcPct val="110000"/>
              </a:lnSpc>
            </a:pPr>
            <a:endParaRPr lang="en-CA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C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Our Project is a proof-of-concept prototype.</a:t>
            </a:r>
          </a:p>
          <a:p>
            <a:pPr>
              <a:lnSpc>
                <a:spcPct val="110000"/>
              </a:lnSpc>
            </a:pPr>
            <a:endParaRPr lang="en-CA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06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5634-2FBF-FC37-195F-1CDC6426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407" y="1044250"/>
            <a:ext cx="9841575" cy="26460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67374-C750-EAC3-628A-1038BB2FC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407" y="4058557"/>
            <a:ext cx="9841575" cy="19068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* Video To be included.</a:t>
            </a:r>
          </a:p>
        </p:txBody>
      </p:sp>
    </p:spTree>
    <p:extLst>
      <p:ext uri="{BB962C8B-B14F-4D97-AF65-F5344CB8AC3E}">
        <p14:creationId xmlns:p14="http://schemas.microsoft.com/office/powerpoint/2010/main" val="2234891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50</TotalTime>
  <Words>143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Impact</vt:lpstr>
      <vt:lpstr>Main Event</vt:lpstr>
      <vt:lpstr>Hardware</vt:lpstr>
      <vt:lpstr>Database</vt:lpstr>
      <vt:lpstr>Mobile App</vt:lpstr>
      <vt:lpstr>Demonstration Setup</vt:lpstr>
      <vt:lpstr>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</dc:creator>
  <cp:lastModifiedBy>Tyler M</cp:lastModifiedBy>
  <cp:revision>3</cp:revision>
  <dcterms:created xsi:type="dcterms:W3CDTF">2026-03-23T17:19:54Z</dcterms:created>
  <dcterms:modified xsi:type="dcterms:W3CDTF">2026-03-30T17:49:54Z</dcterms:modified>
</cp:coreProperties>
</file>