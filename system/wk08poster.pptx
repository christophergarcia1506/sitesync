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3"/>
  </p:notesMasterIdLst>
  <p:handoutMasterIdLst>
    <p:handoutMasterId r:id="rId4"/>
  </p:handoutMasterIdLst>
  <p:sldIdLst>
    <p:sldId id="264" r:id="rId2"/>
  </p:sldIdLst>
  <p:sldSz cx="43891200" cy="32918400"/>
  <p:notesSz cx="6858000" cy="9144000"/>
  <p:defaultTextStyle>
    <a:defPPr>
      <a:defRPr lang="en-US"/>
    </a:defPPr>
    <a:lvl1pPr marL="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219456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662" userDrawn="1">
          <p15:clr>
            <a:srgbClr val="A4A3A4"/>
          </p15:clr>
        </p15:guide>
        <p15:guide id="2" orient="horz" pos="2074" userDrawn="1">
          <p15:clr>
            <a:srgbClr val="A4A3A4"/>
          </p15:clr>
        </p15:guide>
        <p15:guide id="3" orient="horz" pos="17280" userDrawn="1">
          <p15:clr>
            <a:srgbClr val="A4A3A4"/>
          </p15:clr>
        </p15:guide>
        <p15:guide id="4" orient="horz" pos="10368" userDrawn="1">
          <p15:clr>
            <a:srgbClr val="A4A3A4"/>
          </p15:clr>
        </p15:guide>
        <p15:guide id="5" pos="25574" userDrawn="1">
          <p15:clr>
            <a:srgbClr val="A4A3A4"/>
          </p15:clr>
        </p15:guide>
        <p15:guide id="6" pos="13824" userDrawn="1">
          <p15:clr>
            <a:srgbClr val="A4A3A4"/>
          </p15:clr>
        </p15:guide>
        <p15:guide id="7" pos="20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B34"/>
    <a:srgbClr val="141313"/>
    <a:srgbClr val="008EC8"/>
    <a:srgbClr val="AFC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00" autoAdjust="0"/>
    <p:restoredTop sz="94694"/>
  </p:normalViewPr>
  <p:slideViewPr>
    <p:cSldViewPr snapToGrid="0" snapToObjects="1" showGuides="1">
      <p:cViewPr>
        <p:scale>
          <a:sx n="30" d="100"/>
          <a:sy n="30" d="100"/>
        </p:scale>
        <p:origin x="-1624" y="-1604"/>
      </p:cViewPr>
      <p:guideLst>
        <p:guide orient="horz" pos="18662"/>
        <p:guide orient="horz" pos="2074"/>
        <p:guide orient="horz" pos="17280"/>
        <p:guide orient="horz" pos="10368"/>
        <p:guide pos="25574"/>
        <p:guide pos="13824"/>
        <p:guide pos="207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AC81C5-AE7A-1044-93C2-6BFF0DD7BC2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F6EB44-35E4-0D4D-B375-5AD650735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46125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B8FA7-5BDC-BF4F-AE27-E2122A3D7D4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9D953D-192A-4F4A-A51F-DC3C7E58A6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2934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219456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Start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9D953D-192A-4F4A-A51F-DC3C7E58A6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00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t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8839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8E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5"/>
            <a:ext cx="43891200" cy="32918400"/>
          </a:xfrm>
          <a:prstGeom prst="rect">
            <a:avLst/>
          </a:prstGeom>
          <a:solidFill>
            <a:srgbClr val="001B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1472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8F6D44-1D78-D84A-8FFD-F8B914FB69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062400" y="29050483"/>
            <a:ext cx="1828800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985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dt="0"/>
  <p:txStyles>
    <p:titleStyle>
      <a:lvl1pPr algn="ctr" defTabSz="219456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2194560" rtl="0" eaLnBrk="1" latinLnBrk="0" hangingPunct="1">
        <a:spcBef>
          <a:spcPct val="20000"/>
        </a:spcBef>
        <a:buFont typeface="Arial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2194560" rtl="0" eaLnBrk="1" latinLnBrk="0" hangingPunct="1">
        <a:spcBef>
          <a:spcPct val="20000"/>
        </a:spcBef>
        <a:buFont typeface="Arial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2194560" rtl="0" eaLnBrk="1" latinLnBrk="0" hangingPunct="1">
        <a:spcBef>
          <a:spcPct val="20000"/>
        </a:spcBef>
        <a:buFont typeface="Arial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2194560" rtl="0" eaLnBrk="1" latinLnBrk="0" hangingPunct="1">
        <a:spcBef>
          <a:spcPct val="20000"/>
        </a:spcBef>
        <a:buFont typeface="Arial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2194560" rtl="0" eaLnBrk="1" latinLnBrk="0" hangingPunct="1">
        <a:spcBef>
          <a:spcPct val="20000"/>
        </a:spcBef>
        <a:buFont typeface="Arial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2194560" rtl="0" eaLnBrk="1" latinLnBrk="0" hangingPunct="1">
        <a:spcBef>
          <a:spcPct val="20000"/>
        </a:spcBef>
        <a:buFont typeface="Arial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2194560" rtl="0" eaLnBrk="1" latinLnBrk="0" hangingPunct="1">
        <a:spcBef>
          <a:spcPct val="20000"/>
        </a:spcBef>
        <a:buFont typeface="Arial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2194560" rtl="0" eaLnBrk="1" latinLnBrk="0" hangingPunct="1">
        <a:spcBef>
          <a:spcPct val="20000"/>
        </a:spcBef>
        <a:buFont typeface="Arial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2194560" rtl="0" eaLnBrk="1" latinLnBrk="0" hangingPunct="1">
        <a:spcBef>
          <a:spcPct val="20000"/>
        </a:spcBef>
        <a:buFont typeface="Arial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3000" y="1075849"/>
            <a:ext cx="37307520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800" spc="480" dirty="0">
                <a:solidFill>
                  <a:schemeClr val="bg1"/>
                </a:solidFill>
                <a:latin typeface="ITC Franklin Gothic Std Dm Cd"/>
                <a:cs typeface="ITC Franklin Gothic Std Dm Cd"/>
              </a:rPr>
              <a:t>PROJECT TITLE</a:t>
            </a:r>
          </a:p>
          <a:p>
            <a:r>
              <a:rPr lang="en-US" sz="4800" dirty="0">
                <a:solidFill>
                  <a:schemeClr val="bg1"/>
                </a:solidFill>
                <a:latin typeface="ITC Franklin Gothic Std Bk Cd"/>
                <a:cs typeface="ITC Franklin Gothic Std Bk Cd"/>
              </a:rPr>
              <a:t>Presenter Names, Program</a:t>
            </a:r>
          </a:p>
        </p:txBody>
      </p:sp>
      <p:sp>
        <p:nvSpPr>
          <p:cNvPr id="4" name="Rectangle 33">
            <a:extLst>
              <a:ext uri="{FF2B5EF4-FFF2-40B4-BE49-F238E27FC236}">
                <a16:creationId xmlns:a16="http://schemas.microsoft.com/office/drawing/2014/main" id="{74ED56EB-DD8C-7D6F-213E-6B8F1D333D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20421600"/>
            <a:ext cx="9829800" cy="11506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 dirty="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ENCLOSURE DESIGN</a:t>
            </a: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From Report.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5" name="Rectangle 49">
            <a:extLst>
              <a:ext uri="{FF2B5EF4-FFF2-40B4-BE49-F238E27FC236}">
                <a16:creationId xmlns:a16="http://schemas.microsoft.com/office/drawing/2014/main" id="{0C6E7F35-DE82-E726-7376-BF9F95DB86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4023360"/>
            <a:ext cx="9829800" cy="1563624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 dirty="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INTRODUCTION</a:t>
            </a: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From Proposal.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08D0C2F6-AF47-8BFD-1BE6-50AB56D746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34800" y="4023360"/>
            <a:ext cx="9829800" cy="2790444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 dirty="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PCB ASSEMBLY</a:t>
            </a: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From Hardware Reports.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7" name="Rectangle 51">
            <a:extLst>
              <a:ext uri="{FF2B5EF4-FFF2-40B4-BE49-F238E27FC236}">
                <a16:creationId xmlns:a16="http://schemas.microsoft.com/office/drawing/2014/main" id="{586DCEA4-8DE4-3C41-D436-4509D0560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26600" y="4023360"/>
            <a:ext cx="9829800" cy="2790444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 dirty="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MOBILE APP RESULTS</a:t>
            </a: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From Mobile </a:t>
            </a:r>
            <a:r>
              <a:rPr lang="en-US" sz="2800">
                <a:latin typeface="ITC Franklin Gothic Std Bk Cd"/>
              </a:rPr>
              <a:t>Deliverables.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8" name="Rectangle 52">
            <a:extLst>
              <a:ext uri="{FF2B5EF4-FFF2-40B4-BE49-F238E27FC236}">
                <a16:creationId xmlns:a16="http://schemas.microsoft.com/office/drawing/2014/main" id="{B31CE83F-9BD7-6C1D-A8D6-C807F5A8C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18400" y="4023360"/>
            <a:ext cx="9829800" cy="121920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 dirty="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DATABASE</a:t>
            </a: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This poster is 48</a:t>
            </a:r>
            <a:r>
              <a:rPr lang="ja-JP" altLang="en-US" sz="2800" dirty="0">
                <a:latin typeface="ITC Franklin Gothic Std Bk Cd"/>
              </a:rPr>
              <a:t>”</a:t>
            </a:r>
            <a:r>
              <a:rPr lang="en-US" altLang="ja-JP" sz="2800" dirty="0">
                <a:latin typeface="ITC Franklin Gothic Std Bk Cd"/>
              </a:rPr>
              <a:t> x 36</a:t>
            </a:r>
            <a:r>
              <a:rPr lang="ja-JP" altLang="en-US" sz="2800" dirty="0">
                <a:latin typeface="ITC Franklin Gothic Std Bk Cd"/>
              </a:rPr>
              <a:t>”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9" name="Rectangle 34">
            <a:extLst>
              <a:ext uri="{FF2B5EF4-FFF2-40B4-BE49-F238E27FC236}">
                <a16:creationId xmlns:a16="http://schemas.microsoft.com/office/drawing/2014/main" id="{165BC3CD-5A24-3DA5-89C3-D5FDD9185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4113" y="17069990"/>
            <a:ext cx="9829800" cy="723781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0" tIns="360000" rIns="360000" bIns="360000"/>
          <a:lstStyle/>
          <a:p>
            <a:pPr>
              <a:spcBef>
                <a:spcPct val="50000"/>
              </a:spcBef>
            </a:pPr>
            <a:r>
              <a:rPr lang="en-US" sz="4000">
                <a:solidFill>
                  <a:srgbClr val="008EC8"/>
                </a:solidFill>
                <a:latin typeface="ITC Franklin Gothic Std Bk Cd"/>
                <a:cs typeface="ITC Franklin Gothic Std Bk Cd"/>
              </a:rPr>
              <a:t>TESTING AND NEXT STEPS</a:t>
            </a:r>
            <a:endParaRPr lang="en-US" sz="4000" dirty="0">
              <a:solidFill>
                <a:srgbClr val="008EC8"/>
              </a:solidFill>
              <a:latin typeface="ITC Franklin Gothic Std Bk Cd"/>
              <a:cs typeface="ITC Franklin Gothic Std Bk Cd"/>
            </a:endParaRPr>
          </a:p>
          <a:p>
            <a:endParaRPr lang="en-US" sz="2800" dirty="0">
              <a:latin typeface="ITC Franklin Gothic Std Bk Cd"/>
            </a:endParaRPr>
          </a:p>
          <a:p>
            <a:r>
              <a:rPr lang="en-US" sz="2800" dirty="0">
                <a:latin typeface="ITC Franklin Gothic Std Bk Cd"/>
              </a:rPr>
              <a:t>This poster is 48</a:t>
            </a:r>
            <a:r>
              <a:rPr lang="ja-JP" altLang="en-US" sz="2800" dirty="0">
                <a:latin typeface="ITC Franklin Gothic Std Bk Cd"/>
              </a:rPr>
              <a:t>”</a:t>
            </a:r>
            <a:r>
              <a:rPr lang="en-US" altLang="ja-JP" sz="2800" dirty="0">
                <a:latin typeface="ITC Franklin Gothic Std Bk Cd"/>
              </a:rPr>
              <a:t> x 36</a:t>
            </a:r>
            <a:r>
              <a:rPr lang="ja-JP" altLang="en-US" sz="2800" dirty="0">
                <a:latin typeface="ITC Franklin Gothic Std Bk Cd"/>
              </a:rPr>
              <a:t>”</a:t>
            </a:r>
            <a:endParaRPr lang="en-US" sz="2800" dirty="0">
              <a:latin typeface="Georgia" charset="0"/>
              <a:cs typeface="Georgia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9447-63F9-9A34-033F-C4F35B2703E2}"/>
              </a:ext>
            </a:extLst>
          </p:cNvPr>
          <p:cNvSpPr txBox="1"/>
          <p:nvPr/>
        </p:nvSpPr>
        <p:spPr>
          <a:xfrm>
            <a:off x="32918400" y="25162430"/>
            <a:ext cx="9815513" cy="4430879"/>
          </a:xfrm>
          <a:prstGeom prst="rect">
            <a:avLst/>
          </a:prstGeom>
          <a:noFill/>
        </p:spPr>
        <p:txBody>
          <a:bodyPr wrap="square" lIns="356616" tIns="356616" rIns="356616" bIns="356616" rtlCol="0">
            <a:noAutofit/>
          </a:bodyPr>
          <a:lstStyle/>
          <a:p>
            <a:r>
              <a:rPr lang="en-US" sz="4000" spc="480" dirty="0">
                <a:solidFill>
                  <a:schemeClr val="bg1"/>
                </a:solidFill>
                <a:latin typeface="ITC Franklin Gothic Std Bk Cd" panose="020B0506030503020204" pitchFamily="34" charset="0"/>
                <a:cs typeface="ITC Franklin Gothic Std Dm Cd"/>
              </a:rPr>
              <a:t>ACKNOWLEDGEMENTS</a:t>
            </a:r>
          </a:p>
          <a:p>
            <a:endParaRPr lang="en-US" sz="2800" dirty="0">
              <a:solidFill>
                <a:schemeClr val="bg1"/>
              </a:solidFill>
              <a:latin typeface="ITC Franklin Gothic Std Bk Cd"/>
              <a:cs typeface="ITC Franklin Gothic Std Bk Cd"/>
            </a:endParaRPr>
          </a:p>
          <a:p>
            <a:r>
              <a:rPr lang="en-US" sz="2800" dirty="0">
                <a:solidFill>
                  <a:schemeClr val="bg1"/>
                </a:solidFill>
                <a:latin typeface="ITC Franklin Gothic Std Bk Cd"/>
                <a:cs typeface="ITC Franklin Gothic Std Bk Cd"/>
              </a:rPr>
              <a:t>Professors, etc.</a:t>
            </a:r>
          </a:p>
        </p:txBody>
      </p:sp>
    </p:spTree>
    <p:extLst>
      <p:ext uri="{BB962C8B-B14F-4D97-AF65-F5344CB8AC3E}">
        <p14:creationId xmlns:p14="http://schemas.microsoft.com/office/powerpoint/2010/main" val="2081111184"/>
      </p:ext>
    </p:extLst>
  </p:cSld>
  <p:clrMapOvr>
    <a:masterClrMapping/>
  </p:clrMapOvr>
</p:sld>
</file>

<file path=ppt/theme/theme1.xml><?xml version="1.0" encoding="utf-8"?>
<a:theme xmlns:a="http://schemas.openxmlformats.org/drawingml/2006/main" name="Humber Section Start Slid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58</Words>
  <Application>Microsoft Office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Georgia</vt:lpstr>
      <vt:lpstr>ITC Franklin Gothic Std Bk Cd</vt:lpstr>
      <vt:lpstr>ITC Franklin Gothic Std Dm Cd</vt:lpstr>
      <vt:lpstr>Humber Section Start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SOS Incorporated</dc:creator>
  <cp:lastModifiedBy>Kristian Medri</cp:lastModifiedBy>
  <cp:revision>57</cp:revision>
  <dcterms:created xsi:type="dcterms:W3CDTF">2013-11-05T15:35:21Z</dcterms:created>
  <dcterms:modified xsi:type="dcterms:W3CDTF">2025-12-03T17:39:23Z</dcterms:modified>
</cp:coreProperties>
</file>