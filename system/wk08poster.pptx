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5" r:id="rId1"/>
  </p:sldMasterIdLst>
  <p:notesMasterIdLst>
    <p:notesMasterId r:id="rId3"/>
  </p:notesMasterIdLst>
  <p:handoutMasterIdLst>
    <p:handoutMasterId r:id="rId4"/>
  </p:handoutMasterIdLst>
  <p:sldIdLst>
    <p:sldId id="264" r:id="rId2"/>
  </p:sldIdLst>
  <p:sldSz cx="43891200" cy="32918400"/>
  <p:notesSz cx="6858000" cy="9144000"/>
  <p:defaultTextStyle>
    <a:defPPr>
      <a:defRPr lang="en-US"/>
    </a:defPPr>
    <a:lvl1pPr marL="0" algn="l" defTabSz="2194560" rtl="0" eaLnBrk="1" latinLnBrk="0" hangingPunct="1">
      <a:defRPr sz="8640" kern="1200">
        <a:solidFill>
          <a:schemeClr val="tx1"/>
        </a:solidFill>
        <a:latin typeface="+mn-lt"/>
        <a:ea typeface="+mn-ea"/>
        <a:cs typeface="+mn-cs"/>
      </a:defRPr>
    </a:lvl1pPr>
    <a:lvl2pPr marL="2194560" algn="l" defTabSz="2194560" rtl="0" eaLnBrk="1" latinLnBrk="0" hangingPunct="1">
      <a:defRPr sz="8640" kern="1200">
        <a:solidFill>
          <a:schemeClr val="tx1"/>
        </a:solidFill>
        <a:latin typeface="+mn-lt"/>
        <a:ea typeface="+mn-ea"/>
        <a:cs typeface="+mn-cs"/>
      </a:defRPr>
    </a:lvl2pPr>
    <a:lvl3pPr marL="4389120" algn="l" defTabSz="2194560" rtl="0" eaLnBrk="1" latinLnBrk="0" hangingPunct="1">
      <a:defRPr sz="8640" kern="1200">
        <a:solidFill>
          <a:schemeClr val="tx1"/>
        </a:solidFill>
        <a:latin typeface="+mn-lt"/>
        <a:ea typeface="+mn-ea"/>
        <a:cs typeface="+mn-cs"/>
      </a:defRPr>
    </a:lvl3pPr>
    <a:lvl4pPr marL="6583680" algn="l" defTabSz="2194560" rtl="0" eaLnBrk="1" latinLnBrk="0" hangingPunct="1">
      <a:defRPr sz="8640" kern="1200">
        <a:solidFill>
          <a:schemeClr val="tx1"/>
        </a:solidFill>
        <a:latin typeface="+mn-lt"/>
        <a:ea typeface="+mn-ea"/>
        <a:cs typeface="+mn-cs"/>
      </a:defRPr>
    </a:lvl4pPr>
    <a:lvl5pPr marL="8778240" algn="l" defTabSz="2194560" rtl="0" eaLnBrk="1" latinLnBrk="0" hangingPunct="1">
      <a:defRPr sz="8640" kern="1200">
        <a:solidFill>
          <a:schemeClr val="tx1"/>
        </a:solidFill>
        <a:latin typeface="+mn-lt"/>
        <a:ea typeface="+mn-ea"/>
        <a:cs typeface="+mn-cs"/>
      </a:defRPr>
    </a:lvl5pPr>
    <a:lvl6pPr marL="10972800" algn="l" defTabSz="2194560" rtl="0" eaLnBrk="1" latinLnBrk="0" hangingPunct="1">
      <a:defRPr sz="8640" kern="1200">
        <a:solidFill>
          <a:schemeClr val="tx1"/>
        </a:solidFill>
        <a:latin typeface="+mn-lt"/>
        <a:ea typeface="+mn-ea"/>
        <a:cs typeface="+mn-cs"/>
      </a:defRPr>
    </a:lvl6pPr>
    <a:lvl7pPr marL="13167360" algn="l" defTabSz="2194560" rtl="0" eaLnBrk="1" latinLnBrk="0" hangingPunct="1">
      <a:defRPr sz="8640" kern="1200">
        <a:solidFill>
          <a:schemeClr val="tx1"/>
        </a:solidFill>
        <a:latin typeface="+mn-lt"/>
        <a:ea typeface="+mn-ea"/>
        <a:cs typeface="+mn-cs"/>
      </a:defRPr>
    </a:lvl7pPr>
    <a:lvl8pPr marL="15361920" algn="l" defTabSz="2194560" rtl="0" eaLnBrk="1" latinLnBrk="0" hangingPunct="1">
      <a:defRPr sz="8640" kern="1200">
        <a:solidFill>
          <a:schemeClr val="tx1"/>
        </a:solidFill>
        <a:latin typeface="+mn-lt"/>
        <a:ea typeface="+mn-ea"/>
        <a:cs typeface="+mn-cs"/>
      </a:defRPr>
    </a:lvl8pPr>
    <a:lvl9pPr marL="17556480" algn="l" defTabSz="2194560" rtl="0" eaLnBrk="1" latinLnBrk="0" hangingPunct="1">
      <a:defRPr sz="864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662" userDrawn="1">
          <p15:clr>
            <a:srgbClr val="A4A3A4"/>
          </p15:clr>
        </p15:guide>
        <p15:guide id="2" orient="horz" pos="2074" userDrawn="1">
          <p15:clr>
            <a:srgbClr val="A4A3A4"/>
          </p15:clr>
        </p15:guide>
        <p15:guide id="3" orient="horz" pos="17280" userDrawn="1">
          <p15:clr>
            <a:srgbClr val="A4A3A4"/>
          </p15:clr>
        </p15:guide>
        <p15:guide id="4" orient="horz" pos="10368" userDrawn="1">
          <p15:clr>
            <a:srgbClr val="A4A3A4"/>
          </p15:clr>
        </p15:guide>
        <p15:guide id="5" pos="25574" userDrawn="1">
          <p15:clr>
            <a:srgbClr val="A4A3A4"/>
          </p15:clr>
        </p15:guide>
        <p15:guide id="6" pos="13824" userDrawn="1">
          <p15:clr>
            <a:srgbClr val="A4A3A4"/>
          </p15:clr>
        </p15:guide>
        <p15:guide id="7" pos="207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clrMode="gray"/>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B34"/>
    <a:srgbClr val="141313"/>
    <a:srgbClr val="008EC8"/>
    <a:srgbClr val="AFC82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00" autoAdjust="0"/>
    <p:restoredTop sz="94694"/>
  </p:normalViewPr>
  <p:slideViewPr>
    <p:cSldViewPr snapToGrid="0" snapToObjects="1" showGuides="1">
      <p:cViewPr varScale="1">
        <p:scale>
          <a:sx n="22" d="100"/>
          <a:sy n="22" d="100"/>
        </p:scale>
        <p:origin x="1524" y="78"/>
      </p:cViewPr>
      <p:guideLst>
        <p:guide orient="horz" pos="18662"/>
        <p:guide orient="horz" pos="2074"/>
        <p:guide orient="horz" pos="17280"/>
        <p:guide orient="horz" pos="10368"/>
        <p:guide pos="25574"/>
        <p:guide pos="13824"/>
        <p:guide pos="2074"/>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AC81C5-AE7A-1044-93C2-6BFF0DD7BC2B}" type="datetimeFigureOut">
              <a:rPr lang="en-US" smtClean="0"/>
              <a:t>3/9/2026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6F6EB44-35E4-0D4D-B375-5AD650735949}" type="slidenum">
              <a:rPr lang="en-US" smtClean="0"/>
              <a:t>‹#›</a:t>
            </a:fld>
            <a:endParaRPr lang="en-US"/>
          </a:p>
        </p:txBody>
      </p:sp>
    </p:spTree>
    <p:extLst>
      <p:ext uri="{BB962C8B-B14F-4D97-AF65-F5344CB8AC3E}">
        <p14:creationId xmlns:p14="http://schemas.microsoft.com/office/powerpoint/2010/main" val="421746125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CBB8FA7-5BDC-BF4F-AE27-E2122A3D7D4C}" type="datetimeFigureOut">
              <a:rPr lang="en-US" smtClean="0"/>
              <a:t>3/9/2026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9D953D-192A-4F4A-A51F-DC3C7E58A63A}" type="slidenum">
              <a:rPr lang="en-US" smtClean="0"/>
              <a:t>‹#›</a:t>
            </a:fld>
            <a:endParaRPr lang="en-US"/>
          </a:p>
        </p:txBody>
      </p:sp>
    </p:spTree>
    <p:extLst>
      <p:ext uri="{BB962C8B-B14F-4D97-AF65-F5344CB8AC3E}">
        <p14:creationId xmlns:p14="http://schemas.microsoft.com/office/powerpoint/2010/main" val="3146029344"/>
      </p:ext>
    </p:extLst>
  </p:cSld>
  <p:clrMap bg1="lt1" tx1="dk1" bg2="lt2" tx2="dk2" accent1="accent1" accent2="accent2" accent3="accent3" accent4="accent4" accent5="accent5" accent6="accent6" hlink="hlink" folHlink="folHlink"/>
  <p:hf hdr="0" ftr="0" dt="0"/>
  <p:notesStyle>
    <a:lvl1pPr marL="0" algn="l" defTabSz="2194560" rtl="0" eaLnBrk="1" latinLnBrk="0" hangingPunct="1">
      <a:defRPr sz="5760" kern="1200">
        <a:solidFill>
          <a:schemeClr val="tx1"/>
        </a:solidFill>
        <a:latin typeface="+mn-lt"/>
        <a:ea typeface="+mn-ea"/>
        <a:cs typeface="+mn-cs"/>
      </a:defRPr>
    </a:lvl1pPr>
    <a:lvl2pPr marL="2194560" algn="l" defTabSz="2194560" rtl="0" eaLnBrk="1" latinLnBrk="0" hangingPunct="1">
      <a:defRPr sz="5760" kern="1200">
        <a:solidFill>
          <a:schemeClr val="tx1"/>
        </a:solidFill>
        <a:latin typeface="+mn-lt"/>
        <a:ea typeface="+mn-ea"/>
        <a:cs typeface="+mn-cs"/>
      </a:defRPr>
    </a:lvl2pPr>
    <a:lvl3pPr marL="4389120" algn="l" defTabSz="2194560" rtl="0" eaLnBrk="1" latinLnBrk="0" hangingPunct="1">
      <a:defRPr sz="5760" kern="1200">
        <a:solidFill>
          <a:schemeClr val="tx1"/>
        </a:solidFill>
        <a:latin typeface="+mn-lt"/>
        <a:ea typeface="+mn-ea"/>
        <a:cs typeface="+mn-cs"/>
      </a:defRPr>
    </a:lvl3pPr>
    <a:lvl4pPr marL="6583680" algn="l" defTabSz="2194560" rtl="0" eaLnBrk="1" latinLnBrk="0" hangingPunct="1">
      <a:defRPr sz="5760" kern="1200">
        <a:solidFill>
          <a:schemeClr val="tx1"/>
        </a:solidFill>
        <a:latin typeface="+mn-lt"/>
        <a:ea typeface="+mn-ea"/>
        <a:cs typeface="+mn-cs"/>
      </a:defRPr>
    </a:lvl4pPr>
    <a:lvl5pPr marL="8778240" algn="l" defTabSz="2194560" rtl="0" eaLnBrk="1" latinLnBrk="0" hangingPunct="1">
      <a:defRPr sz="5760" kern="1200">
        <a:solidFill>
          <a:schemeClr val="tx1"/>
        </a:solidFill>
        <a:latin typeface="+mn-lt"/>
        <a:ea typeface="+mn-ea"/>
        <a:cs typeface="+mn-cs"/>
      </a:defRPr>
    </a:lvl5pPr>
    <a:lvl6pPr marL="10972800" algn="l" defTabSz="2194560" rtl="0" eaLnBrk="1" latinLnBrk="0" hangingPunct="1">
      <a:defRPr sz="5760" kern="1200">
        <a:solidFill>
          <a:schemeClr val="tx1"/>
        </a:solidFill>
        <a:latin typeface="+mn-lt"/>
        <a:ea typeface="+mn-ea"/>
        <a:cs typeface="+mn-cs"/>
      </a:defRPr>
    </a:lvl6pPr>
    <a:lvl7pPr marL="13167360" algn="l" defTabSz="2194560" rtl="0" eaLnBrk="1" latinLnBrk="0" hangingPunct="1">
      <a:defRPr sz="5760" kern="1200">
        <a:solidFill>
          <a:schemeClr val="tx1"/>
        </a:solidFill>
        <a:latin typeface="+mn-lt"/>
        <a:ea typeface="+mn-ea"/>
        <a:cs typeface="+mn-cs"/>
      </a:defRPr>
    </a:lvl7pPr>
    <a:lvl8pPr marL="15361920" algn="l" defTabSz="2194560" rtl="0" eaLnBrk="1" latinLnBrk="0" hangingPunct="1">
      <a:defRPr sz="5760" kern="1200">
        <a:solidFill>
          <a:schemeClr val="tx1"/>
        </a:solidFill>
        <a:latin typeface="+mn-lt"/>
        <a:ea typeface="+mn-ea"/>
        <a:cs typeface="+mn-cs"/>
      </a:defRPr>
    </a:lvl8pPr>
    <a:lvl9pPr marL="17556480" algn="l" defTabSz="2194560" rtl="0" eaLnBrk="1" latinLnBrk="0" hangingPunct="1">
      <a:defRPr sz="576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Start Slide</a:t>
            </a:r>
          </a:p>
        </p:txBody>
      </p:sp>
      <p:sp>
        <p:nvSpPr>
          <p:cNvPr id="4" name="Slide Number Placeholder 3"/>
          <p:cNvSpPr>
            <a:spLocks noGrp="1"/>
          </p:cNvSpPr>
          <p:nvPr>
            <p:ph type="sldNum" sz="quarter" idx="10"/>
          </p:nvPr>
        </p:nvSpPr>
        <p:spPr/>
        <p:txBody>
          <a:bodyPr/>
          <a:lstStyle/>
          <a:p>
            <a:fld id="{619D953D-192A-4F4A-A51F-DC3C7E58A63A}" type="slidenum">
              <a:rPr lang="en-US" smtClean="0"/>
              <a:t>1</a:t>
            </a:fld>
            <a:endParaRPr lang="en-US"/>
          </a:p>
        </p:txBody>
      </p:sp>
    </p:spTree>
    <p:extLst>
      <p:ext uri="{BB962C8B-B14F-4D97-AF65-F5344CB8AC3E}">
        <p14:creationId xmlns:p14="http://schemas.microsoft.com/office/powerpoint/2010/main" val="1615500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Star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88398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8EC8"/>
        </a:solidFill>
        <a:effectLst/>
      </p:bgPr>
    </p:bg>
    <p:spTree>
      <p:nvGrpSpPr>
        <p:cNvPr id="1" name=""/>
        <p:cNvGrpSpPr/>
        <p:nvPr/>
      </p:nvGrpSpPr>
      <p:grpSpPr>
        <a:xfrm>
          <a:off x="0" y="0"/>
          <a:ext cx="0" cy="0"/>
          <a:chOff x="0" y="0"/>
          <a:chExt cx="0" cy="0"/>
        </a:xfrm>
      </p:grpSpPr>
      <p:sp>
        <p:nvSpPr>
          <p:cNvPr id="4" name="Rectangle 3"/>
          <p:cNvSpPr/>
          <p:nvPr userDrawn="1"/>
        </p:nvSpPr>
        <p:spPr>
          <a:xfrm>
            <a:off x="0" y="-5"/>
            <a:ext cx="43891200" cy="32918400"/>
          </a:xfrm>
          <a:prstGeom prst="rect">
            <a:avLst/>
          </a:prstGeom>
          <a:solidFill>
            <a:srgbClr val="001B3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1472"/>
          </a:p>
        </p:txBody>
      </p:sp>
      <p:pic>
        <p:nvPicPr>
          <p:cNvPr id="6" name="Picture 5">
            <a:extLst>
              <a:ext uri="{FF2B5EF4-FFF2-40B4-BE49-F238E27FC236}">
                <a16:creationId xmlns:a16="http://schemas.microsoft.com/office/drawing/2014/main" id="{5A8F6D44-1D78-D84A-8FFD-F8B914FB69C2}"/>
              </a:ext>
            </a:extLst>
          </p:cNvPr>
          <p:cNvPicPr>
            <a:picLocks noChangeAspect="1"/>
          </p:cNvPicPr>
          <p:nvPr userDrawn="1"/>
        </p:nvPicPr>
        <p:blipFill>
          <a:blip r:embed="rId3"/>
          <a:stretch>
            <a:fillRect/>
          </a:stretch>
        </p:blipFill>
        <p:spPr>
          <a:xfrm>
            <a:off x="42062400" y="29050483"/>
            <a:ext cx="1828800" cy="3867912"/>
          </a:xfrm>
          <a:prstGeom prst="rect">
            <a:avLst/>
          </a:prstGeom>
        </p:spPr>
      </p:pic>
    </p:spTree>
    <p:extLst>
      <p:ext uri="{BB962C8B-B14F-4D97-AF65-F5344CB8AC3E}">
        <p14:creationId xmlns:p14="http://schemas.microsoft.com/office/powerpoint/2010/main" val="1629985653"/>
      </p:ext>
    </p:extLst>
  </p:cSld>
  <p:clrMap bg1="lt1" tx1="dk1" bg2="lt2" tx2="dk2" accent1="accent1" accent2="accent2" accent3="accent3" accent4="accent4" accent5="accent5" accent6="accent6" hlink="hlink" folHlink="folHlink"/>
  <p:sldLayoutIdLst>
    <p:sldLayoutId id="2147483656" r:id="rId1"/>
  </p:sldLayoutIdLst>
  <p:hf hdr="0" dt="0"/>
  <p:txStyles>
    <p:titleStyle>
      <a:lvl1pPr algn="ctr" defTabSz="2194560" rtl="0" eaLnBrk="1" latinLnBrk="0" hangingPunct="1">
        <a:spcBef>
          <a:spcPct val="0"/>
        </a:spcBef>
        <a:buNone/>
        <a:defRPr sz="21120" kern="1200">
          <a:solidFill>
            <a:schemeClr val="tx1"/>
          </a:solidFill>
          <a:latin typeface="+mj-lt"/>
          <a:ea typeface="+mj-ea"/>
          <a:cs typeface="+mj-cs"/>
        </a:defRPr>
      </a:lvl1pPr>
    </p:titleStyle>
    <p:bodyStyle>
      <a:lvl1pPr marL="1645920" indent="-1645920" algn="l" defTabSz="2194560" rtl="0" eaLnBrk="1" latinLnBrk="0" hangingPunct="1">
        <a:spcBef>
          <a:spcPct val="20000"/>
        </a:spcBef>
        <a:buFont typeface="Arial"/>
        <a:buChar char="•"/>
        <a:defRPr sz="15360" kern="1200">
          <a:solidFill>
            <a:schemeClr val="tx1"/>
          </a:solidFill>
          <a:latin typeface="+mn-lt"/>
          <a:ea typeface="+mn-ea"/>
          <a:cs typeface="+mn-cs"/>
        </a:defRPr>
      </a:lvl1pPr>
      <a:lvl2pPr marL="3566160" indent="-1371600" algn="l" defTabSz="2194560" rtl="0" eaLnBrk="1" latinLnBrk="0" hangingPunct="1">
        <a:spcBef>
          <a:spcPct val="20000"/>
        </a:spcBef>
        <a:buFont typeface="Arial"/>
        <a:buChar char="–"/>
        <a:defRPr sz="13440" kern="1200">
          <a:solidFill>
            <a:schemeClr val="tx1"/>
          </a:solidFill>
          <a:latin typeface="+mn-lt"/>
          <a:ea typeface="+mn-ea"/>
          <a:cs typeface="+mn-cs"/>
        </a:defRPr>
      </a:lvl2pPr>
      <a:lvl3pPr marL="5486400" indent="-1097280" algn="l" defTabSz="2194560" rtl="0" eaLnBrk="1" latinLnBrk="0" hangingPunct="1">
        <a:spcBef>
          <a:spcPct val="20000"/>
        </a:spcBef>
        <a:buFont typeface="Arial"/>
        <a:buChar char="•"/>
        <a:defRPr sz="11520" kern="1200">
          <a:solidFill>
            <a:schemeClr val="tx1"/>
          </a:solidFill>
          <a:latin typeface="+mn-lt"/>
          <a:ea typeface="+mn-ea"/>
          <a:cs typeface="+mn-cs"/>
        </a:defRPr>
      </a:lvl3pPr>
      <a:lvl4pPr marL="7680960" indent="-1097280" algn="l" defTabSz="2194560" rtl="0" eaLnBrk="1" latinLnBrk="0" hangingPunct="1">
        <a:spcBef>
          <a:spcPct val="20000"/>
        </a:spcBef>
        <a:buFont typeface="Arial"/>
        <a:buChar char="–"/>
        <a:defRPr sz="9600" kern="1200">
          <a:solidFill>
            <a:schemeClr val="tx1"/>
          </a:solidFill>
          <a:latin typeface="+mn-lt"/>
          <a:ea typeface="+mn-ea"/>
          <a:cs typeface="+mn-cs"/>
        </a:defRPr>
      </a:lvl4pPr>
      <a:lvl5pPr marL="9875520" indent="-1097280" algn="l" defTabSz="2194560" rtl="0" eaLnBrk="1" latinLnBrk="0" hangingPunct="1">
        <a:spcBef>
          <a:spcPct val="20000"/>
        </a:spcBef>
        <a:buFont typeface="Arial"/>
        <a:buChar char="»"/>
        <a:defRPr sz="9600" kern="1200">
          <a:solidFill>
            <a:schemeClr val="tx1"/>
          </a:solidFill>
          <a:latin typeface="+mn-lt"/>
          <a:ea typeface="+mn-ea"/>
          <a:cs typeface="+mn-cs"/>
        </a:defRPr>
      </a:lvl5pPr>
      <a:lvl6pPr marL="12070080" indent="-1097280" algn="l" defTabSz="2194560" rtl="0" eaLnBrk="1" latinLnBrk="0" hangingPunct="1">
        <a:spcBef>
          <a:spcPct val="20000"/>
        </a:spcBef>
        <a:buFont typeface="Arial"/>
        <a:buChar char="•"/>
        <a:defRPr sz="9600" kern="1200">
          <a:solidFill>
            <a:schemeClr val="tx1"/>
          </a:solidFill>
          <a:latin typeface="+mn-lt"/>
          <a:ea typeface="+mn-ea"/>
          <a:cs typeface="+mn-cs"/>
        </a:defRPr>
      </a:lvl6pPr>
      <a:lvl7pPr marL="14264640" indent="-1097280" algn="l" defTabSz="2194560" rtl="0" eaLnBrk="1" latinLnBrk="0" hangingPunct="1">
        <a:spcBef>
          <a:spcPct val="20000"/>
        </a:spcBef>
        <a:buFont typeface="Arial"/>
        <a:buChar char="•"/>
        <a:defRPr sz="9600" kern="1200">
          <a:solidFill>
            <a:schemeClr val="tx1"/>
          </a:solidFill>
          <a:latin typeface="+mn-lt"/>
          <a:ea typeface="+mn-ea"/>
          <a:cs typeface="+mn-cs"/>
        </a:defRPr>
      </a:lvl7pPr>
      <a:lvl8pPr marL="16459200" indent="-1097280" algn="l" defTabSz="2194560" rtl="0" eaLnBrk="1" latinLnBrk="0" hangingPunct="1">
        <a:spcBef>
          <a:spcPct val="20000"/>
        </a:spcBef>
        <a:buFont typeface="Arial"/>
        <a:buChar char="•"/>
        <a:defRPr sz="9600" kern="1200">
          <a:solidFill>
            <a:schemeClr val="tx1"/>
          </a:solidFill>
          <a:latin typeface="+mn-lt"/>
          <a:ea typeface="+mn-ea"/>
          <a:cs typeface="+mn-cs"/>
        </a:defRPr>
      </a:lvl8pPr>
      <a:lvl9pPr marL="18653760" indent="-1097280" algn="l" defTabSz="2194560" rtl="0" eaLnBrk="1" latinLnBrk="0" hangingPunct="1">
        <a:spcBef>
          <a:spcPct val="20000"/>
        </a:spcBef>
        <a:buFont typeface="Arial"/>
        <a:buChar char="•"/>
        <a:defRPr sz="9600" kern="1200">
          <a:solidFill>
            <a:schemeClr val="tx1"/>
          </a:solidFill>
          <a:latin typeface="+mn-lt"/>
          <a:ea typeface="+mn-ea"/>
          <a:cs typeface="+mn-cs"/>
        </a:defRPr>
      </a:lvl9pPr>
    </p:bodyStyle>
    <p:otherStyle>
      <a:defPPr>
        <a:defRPr lang="en-US"/>
      </a:defPPr>
      <a:lvl1pPr marL="0" algn="l" defTabSz="2194560" rtl="0" eaLnBrk="1" latinLnBrk="0" hangingPunct="1">
        <a:defRPr sz="8640" kern="1200">
          <a:solidFill>
            <a:schemeClr val="tx1"/>
          </a:solidFill>
          <a:latin typeface="+mn-lt"/>
          <a:ea typeface="+mn-ea"/>
          <a:cs typeface="+mn-cs"/>
        </a:defRPr>
      </a:lvl1pPr>
      <a:lvl2pPr marL="2194560" algn="l" defTabSz="2194560" rtl="0" eaLnBrk="1" latinLnBrk="0" hangingPunct="1">
        <a:defRPr sz="8640" kern="1200">
          <a:solidFill>
            <a:schemeClr val="tx1"/>
          </a:solidFill>
          <a:latin typeface="+mn-lt"/>
          <a:ea typeface="+mn-ea"/>
          <a:cs typeface="+mn-cs"/>
        </a:defRPr>
      </a:lvl2pPr>
      <a:lvl3pPr marL="4389120" algn="l" defTabSz="2194560" rtl="0" eaLnBrk="1" latinLnBrk="0" hangingPunct="1">
        <a:defRPr sz="8640" kern="1200">
          <a:solidFill>
            <a:schemeClr val="tx1"/>
          </a:solidFill>
          <a:latin typeface="+mn-lt"/>
          <a:ea typeface="+mn-ea"/>
          <a:cs typeface="+mn-cs"/>
        </a:defRPr>
      </a:lvl3pPr>
      <a:lvl4pPr marL="6583680" algn="l" defTabSz="2194560" rtl="0" eaLnBrk="1" latinLnBrk="0" hangingPunct="1">
        <a:defRPr sz="8640" kern="1200">
          <a:solidFill>
            <a:schemeClr val="tx1"/>
          </a:solidFill>
          <a:latin typeface="+mn-lt"/>
          <a:ea typeface="+mn-ea"/>
          <a:cs typeface="+mn-cs"/>
        </a:defRPr>
      </a:lvl4pPr>
      <a:lvl5pPr marL="8778240" algn="l" defTabSz="2194560" rtl="0" eaLnBrk="1" latinLnBrk="0" hangingPunct="1">
        <a:defRPr sz="8640" kern="1200">
          <a:solidFill>
            <a:schemeClr val="tx1"/>
          </a:solidFill>
          <a:latin typeface="+mn-lt"/>
          <a:ea typeface="+mn-ea"/>
          <a:cs typeface="+mn-cs"/>
        </a:defRPr>
      </a:lvl5pPr>
      <a:lvl6pPr marL="10972800" algn="l" defTabSz="2194560" rtl="0" eaLnBrk="1" latinLnBrk="0" hangingPunct="1">
        <a:defRPr sz="8640" kern="1200">
          <a:solidFill>
            <a:schemeClr val="tx1"/>
          </a:solidFill>
          <a:latin typeface="+mn-lt"/>
          <a:ea typeface="+mn-ea"/>
          <a:cs typeface="+mn-cs"/>
        </a:defRPr>
      </a:lvl6pPr>
      <a:lvl7pPr marL="13167360" algn="l" defTabSz="2194560" rtl="0" eaLnBrk="1" latinLnBrk="0" hangingPunct="1">
        <a:defRPr sz="8640" kern="1200">
          <a:solidFill>
            <a:schemeClr val="tx1"/>
          </a:solidFill>
          <a:latin typeface="+mn-lt"/>
          <a:ea typeface="+mn-ea"/>
          <a:cs typeface="+mn-cs"/>
        </a:defRPr>
      </a:lvl7pPr>
      <a:lvl8pPr marL="15361920" algn="l" defTabSz="2194560" rtl="0" eaLnBrk="1" latinLnBrk="0" hangingPunct="1">
        <a:defRPr sz="8640" kern="1200">
          <a:solidFill>
            <a:schemeClr val="tx1"/>
          </a:solidFill>
          <a:latin typeface="+mn-lt"/>
          <a:ea typeface="+mn-ea"/>
          <a:cs typeface="+mn-cs"/>
        </a:defRPr>
      </a:lvl8pPr>
      <a:lvl9pPr marL="17556480" algn="l" defTabSz="219456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43000" y="1075849"/>
            <a:ext cx="37307520" cy="2092881"/>
          </a:xfrm>
          <a:prstGeom prst="rect">
            <a:avLst/>
          </a:prstGeom>
          <a:noFill/>
        </p:spPr>
        <p:txBody>
          <a:bodyPr wrap="square" lIns="0" tIns="0" rIns="0" bIns="0" rtlCol="0">
            <a:spAutoFit/>
          </a:bodyPr>
          <a:lstStyle/>
          <a:p>
            <a:r>
              <a:rPr lang="en-US" sz="8800" spc="480" dirty="0">
                <a:solidFill>
                  <a:schemeClr val="bg1"/>
                </a:solidFill>
                <a:latin typeface="ITC Franklin Gothic Std Dm Cd"/>
                <a:cs typeface="ITC Franklin Gothic Std Dm Cd"/>
              </a:rPr>
              <a:t>SiteSync – Job Management System </a:t>
            </a:r>
          </a:p>
          <a:p>
            <a:r>
              <a:rPr lang="en-US" sz="4800" dirty="0">
                <a:solidFill>
                  <a:schemeClr val="bg1"/>
                </a:solidFill>
                <a:latin typeface="ITC Franklin Gothic Std Bk Cd"/>
                <a:cs typeface="ITC Franklin Gothic Std Bk Cd"/>
              </a:rPr>
              <a:t>Tyler Meira, Anthony Mancia, Ngoc Le, Amos Sadiq,   Computer Engineering Technology </a:t>
            </a:r>
          </a:p>
        </p:txBody>
      </p:sp>
      <p:sp>
        <p:nvSpPr>
          <p:cNvPr id="4" name="Rectangle 33">
            <a:extLst>
              <a:ext uri="{FF2B5EF4-FFF2-40B4-BE49-F238E27FC236}">
                <a16:creationId xmlns:a16="http://schemas.microsoft.com/office/drawing/2014/main" id="{74ED56EB-DD8C-7D6F-213E-6B8F1D333D63}"/>
              </a:ext>
            </a:extLst>
          </p:cNvPr>
          <p:cNvSpPr>
            <a:spLocks noChangeArrowheads="1"/>
          </p:cNvSpPr>
          <p:nvPr/>
        </p:nvSpPr>
        <p:spPr bwMode="auto">
          <a:xfrm>
            <a:off x="1143000" y="20421600"/>
            <a:ext cx="9829800" cy="115062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360000" tIns="360000" rIns="360000" bIns="360000"/>
          <a:lstStyle/>
          <a:p>
            <a:pPr>
              <a:spcBef>
                <a:spcPct val="50000"/>
              </a:spcBef>
            </a:pPr>
            <a:r>
              <a:rPr lang="en-US" sz="4000" dirty="0">
                <a:solidFill>
                  <a:srgbClr val="008EC8"/>
                </a:solidFill>
                <a:latin typeface="ITC Franklin Gothic Std Bk Cd"/>
                <a:cs typeface="ITC Franklin Gothic Std Bk Cd"/>
              </a:rPr>
              <a:t>ENCLOSURE DESIGN</a:t>
            </a:r>
          </a:p>
          <a:p>
            <a:endParaRPr lang="en-US" sz="2800" dirty="0">
              <a:latin typeface="ITC Franklin Gothic Std Bk Cd"/>
            </a:endParaRPr>
          </a:p>
          <a:p>
            <a:r>
              <a:rPr lang="en-US" sz="2800" dirty="0">
                <a:latin typeface="ITC Franklin Gothic Std Bk Cd"/>
              </a:rPr>
              <a:t>From Report.</a:t>
            </a:r>
            <a:endParaRPr lang="en-US" sz="2800" dirty="0">
              <a:latin typeface="Georgia" charset="0"/>
              <a:cs typeface="Georgia" charset="0"/>
            </a:endParaRPr>
          </a:p>
        </p:txBody>
      </p:sp>
      <p:sp>
        <p:nvSpPr>
          <p:cNvPr id="5" name="Rectangle 49">
            <a:extLst>
              <a:ext uri="{FF2B5EF4-FFF2-40B4-BE49-F238E27FC236}">
                <a16:creationId xmlns:a16="http://schemas.microsoft.com/office/drawing/2014/main" id="{0C6E7F35-DE82-E726-7376-BF9F95DB860F}"/>
              </a:ext>
            </a:extLst>
          </p:cNvPr>
          <p:cNvSpPr>
            <a:spLocks noChangeArrowheads="1"/>
          </p:cNvSpPr>
          <p:nvPr/>
        </p:nvSpPr>
        <p:spPr bwMode="auto">
          <a:xfrm>
            <a:off x="1143000" y="4023360"/>
            <a:ext cx="9829800" cy="1563624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360000" tIns="360000" rIns="360000" bIns="360000"/>
          <a:lstStyle/>
          <a:p>
            <a:pPr>
              <a:spcBef>
                <a:spcPct val="50000"/>
              </a:spcBef>
            </a:pPr>
            <a:r>
              <a:rPr lang="en-US" sz="4000" dirty="0">
                <a:solidFill>
                  <a:srgbClr val="008EC8"/>
                </a:solidFill>
                <a:latin typeface="ITC Franklin Gothic Std Bk Cd"/>
                <a:cs typeface="ITC Franklin Gothic Std Bk Cd"/>
              </a:rPr>
              <a:t>INTRODUCTION</a:t>
            </a:r>
          </a:p>
          <a:p>
            <a:r>
              <a:rPr lang="en-US" sz="4400" b="0" i="0" dirty="0">
                <a:solidFill>
                  <a:srgbClr val="1F2328"/>
                </a:solidFill>
                <a:effectLst/>
                <a:latin typeface="-apple-system"/>
              </a:rPr>
              <a:t>SiteSync is a time management system mainly targeted towards construction sites, warehouses or residential jobsites, with portability in mind. Our app will also help connect employers and employees, while helping them maintain an open line of communication throughout the job process.</a:t>
            </a:r>
            <a:endParaRPr lang="en-US" sz="4400" dirty="0">
              <a:latin typeface="ITC Franklin Gothic Std Bk Cd"/>
            </a:endParaRPr>
          </a:p>
        </p:txBody>
      </p:sp>
      <p:sp>
        <p:nvSpPr>
          <p:cNvPr id="6" name="Rectangle 7">
            <a:extLst>
              <a:ext uri="{FF2B5EF4-FFF2-40B4-BE49-F238E27FC236}">
                <a16:creationId xmlns:a16="http://schemas.microsoft.com/office/drawing/2014/main" id="{08D0C2F6-AF47-8BFD-1BE6-50AB56D7468E}"/>
              </a:ext>
            </a:extLst>
          </p:cNvPr>
          <p:cNvSpPr>
            <a:spLocks noChangeArrowheads="1"/>
          </p:cNvSpPr>
          <p:nvPr/>
        </p:nvSpPr>
        <p:spPr bwMode="auto">
          <a:xfrm>
            <a:off x="11734800" y="4023360"/>
            <a:ext cx="9829800" cy="2790444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360000" tIns="360000" rIns="360000" bIns="360000"/>
          <a:lstStyle/>
          <a:p>
            <a:pPr>
              <a:spcBef>
                <a:spcPct val="50000"/>
              </a:spcBef>
            </a:pPr>
            <a:r>
              <a:rPr lang="en-US" sz="4000" dirty="0">
                <a:solidFill>
                  <a:srgbClr val="008EC8"/>
                </a:solidFill>
                <a:latin typeface="ITC Franklin Gothic Std Bk Cd"/>
                <a:cs typeface="ITC Franklin Gothic Std Bk Cd"/>
              </a:rPr>
              <a:t>PCB ASSEMBLY</a:t>
            </a:r>
          </a:p>
          <a:p>
            <a:endParaRPr lang="en-US" sz="2800" dirty="0">
              <a:latin typeface="ITC Franklin Gothic Std Bk Cd"/>
              <a:cs typeface="Georgia" charset="0"/>
            </a:endParaRPr>
          </a:p>
          <a:p>
            <a:r>
              <a:rPr lang="en-US" sz="4400" dirty="0">
                <a:latin typeface="-apple-system"/>
                <a:cs typeface="Georgia" charset="0"/>
              </a:rPr>
              <a:t>We combine cases with two </a:t>
            </a:r>
            <a:r>
              <a:rPr lang="en-US" sz="4400" dirty="0" err="1">
                <a:latin typeface="-apple-system"/>
                <a:cs typeface="Georgia" charset="0"/>
              </a:rPr>
              <a:t>pcbs</a:t>
            </a:r>
            <a:r>
              <a:rPr lang="en-US" sz="4400" dirty="0">
                <a:latin typeface="-apple-system"/>
                <a:cs typeface="Georgia" charset="0"/>
              </a:rPr>
              <a:t> stacked on top of each other, we </a:t>
            </a:r>
            <a:r>
              <a:rPr lang="en-US" sz="4400" dirty="0" err="1">
                <a:latin typeface="-apple-system"/>
                <a:cs typeface="Georgia" charset="0"/>
              </a:rPr>
              <a:t>sordered</a:t>
            </a:r>
            <a:r>
              <a:rPr lang="en-US" sz="4400" dirty="0">
                <a:latin typeface="-apple-system"/>
                <a:cs typeface="Georgia" charset="0"/>
              </a:rPr>
              <a:t> 8 pin headers on each </a:t>
            </a:r>
            <a:r>
              <a:rPr lang="en-US" sz="4400" dirty="0" err="1">
                <a:latin typeface="-apple-system"/>
                <a:cs typeface="Georgia" charset="0"/>
              </a:rPr>
              <a:t>pcb</a:t>
            </a:r>
            <a:r>
              <a:rPr lang="en-US" sz="4400" dirty="0">
                <a:latin typeface="-apple-system"/>
                <a:cs typeface="Georgia" charset="0"/>
              </a:rPr>
              <a:t>.</a:t>
            </a:r>
          </a:p>
        </p:txBody>
      </p:sp>
      <p:sp>
        <p:nvSpPr>
          <p:cNvPr id="7" name="Rectangle 51">
            <a:extLst>
              <a:ext uri="{FF2B5EF4-FFF2-40B4-BE49-F238E27FC236}">
                <a16:creationId xmlns:a16="http://schemas.microsoft.com/office/drawing/2014/main" id="{586DCEA4-8DE4-3C41-D436-4509D056095B}"/>
              </a:ext>
            </a:extLst>
          </p:cNvPr>
          <p:cNvSpPr>
            <a:spLocks noChangeArrowheads="1"/>
          </p:cNvSpPr>
          <p:nvPr/>
        </p:nvSpPr>
        <p:spPr bwMode="auto">
          <a:xfrm>
            <a:off x="22326600" y="4023360"/>
            <a:ext cx="9829800" cy="2790444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360000" tIns="360000" rIns="360000" bIns="360000"/>
          <a:lstStyle/>
          <a:p>
            <a:pPr>
              <a:spcBef>
                <a:spcPct val="50000"/>
              </a:spcBef>
            </a:pPr>
            <a:r>
              <a:rPr lang="en-US" sz="4000" dirty="0">
                <a:solidFill>
                  <a:srgbClr val="008EC8"/>
                </a:solidFill>
                <a:latin typeface="ITC Franklin Gothic Std Bk Cd"/>
                <a:cs typeface="ITC Franklin Gothic Std Bk Cd"/>
              </a:rPr>
              <a:t>MOBILE APP RESULTS</a:t>
            </a:r>
          </a:p>
          <a:p>
            <a:pPr>
              <a:spcBef>
                <a:spcPct val="50000"/>
              </a:spcBef>
            </a:pPr>
            <a:r>
              <a:rPr lang="en-US" sz="4000" dirty="0">
                <a:latin typeface="ITC Franklin Gothic Std Bk Cd"/>
                <a:cs typeface="ITC Franklin Gothic Std Bk Cd"/>
              </a:rPr>
              <a:t>Employers can see when the employees clock in and clock out in the app. Employers also can add more jobs in the job board. Employee can clock in and clock out using fingerprint scanner.</a:t>
            </a:r>
          </a:p>
        </p:txBody>
      </p:sp>
      <p:sp>
        <p:nvSpPr>
          <p:cNvPr id="8" name="Rectangle 52">
            <a:extLst>
              <a:ext uri="{FF2B5EF4-FFF2-40B4-BE49-F238E27FC236}">
                <a16:creationId xmlns:a16="http://schemas.microsoft.com/office/drawing/2014/main" id="{B31CE83F-9BD7-6C1D-A8D6-C807F5A8C8BE}"/>
              </a:ext>
            </a:extLst>
          </p:cNvPr>
          <p:cNvSpPr>
            <a:spLocks noChangeArrowheads="1"/>
          </p:cNvSpPr>
          <p:nvPr/>
        </p:nvSpPr>
        <p:spPr bwMode="auto">
          <a:xfrm>
            <a:off x="32918400" y="4023360"/>
            <a:ext cx="9829800" cy="121920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360000" tIns="360000" rIns="360000" bIns="360000"/>
          <a:lstStyle/>
          <a:p>
            <a:pPr>
              <a:spcBef>
                <a:spcPct val="50000"/>
              </a:spcBef>
            </a:pPr>
            <a:r>
              <a:rPr lang="en-US" sz="4000" dirty="0">
                <a:solidFill>
                  <a:srgbClr val="008EC8"/>
                </a:solidFill>
                <a:latin typeface="ITC Franklin Gothic Std Bk Cd"/>
                <a:cs typeface="ITC Franklin Gothic Std Bk Cd"/>
              </a:rPr>
              <a:t>DATABASE</a:t>
            </a:r>
          </a:p>
          <a:p>
            <a:endParaRPr lang="en-US" sz="2800" dirty="0">
              <a:latin typeface="ITC Franklin Gothic Std Bk Cd"/>
            </a:endParaRPr>
          </a:p>
          <a:p>
            <a:endParaRPr lang="en-US" sz="2800" dirty="0">
              <a:latin typeface="Georgia" charset="0"/>
              <a:cs typeface="Georgia" charset="0"/>
            </a:endParaRPr>
          </a:p>
        </p:txBody>
      </p:sp>
      <p:sp>
        <p:nvSpPr>
          <p:cNvPr id="9" name="Rectangle 34">
            <a:extLst>
              <a:ext uri="{FF2B5EF4-FFF2-40B4-BE49-F238E27FC236}">
                <a16:creationId xmlns:a16="http://schemas.microsoft.com/office/drawing/2014/main" id="{165BC3CD-5A24-3DA5-89C3-D5FDD9185E58}"/>
              </a:ext>
            </a:extLst>
          </p:cNvPr>
          <p:cNvSpPr>
            <a:spLocks noChangeArrowheads="1"/>
          </p:cNvSpPr>
          <p:nvPr/>
        </p:nvSpPr>
        <p:spPr bwMode="auto">
          <a:xfrm>
            <a:off x="32904113" y="17069990"/>
            <a:ext cx="9829800" cy="723781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360000" tIns="360000" rIns="360000" bIns="360000"/>
          <a:lstStyle/>
          <a:p>
            <a:pPr>
              <a:spcBef>
                <a:spcPct val="50000"/>
              </a:spcBef>
            </a:pPr>
            <a:r>
              <a:rPr lang="en-US" sz="4000">
                <a:solidFill>
                  <a:srgbClr val="008EC8"/>
                </a:solidFill>
                <a:latin typeface="ITC Franklin Gothic Std Bk Cd"/>
                <a:cs typeface="ITC Franklin Gothic Std Bk Cd"/>
              </a:rPr>
              <a:t>TESTING AND NEXT STEPS</a:t>
            </a:r>
            <a:endParaRPr lang="en-US" sz="4000" dirty="0">
              <a:solidFill>
                <a:srgbClr val="008EC8"/>
              </a:solidFill>
              <a:latin typeface="ITC Franklin Gothic Std Bk Cd"/>
              <a:cs typeface="ITC Franklin Gothic Std Bk Cd"/>
            </a:endParaRPr>
          </a:p>
          <a:p>
            <a:endParaRPr lang="en-US" sz="2800" dirty="0">
              <a:latin typeface="ITC Franklin Gothic Std Bk Cd"/>
            </a:endParaRPr>
          </a:p>
          <a:p>
            <a:r>
              <a:rPr lang="en-US" sz="2800" dirty="0">
                <a:latin typeface="ITC Franklin Gothic Std Bk Cd"/>
              </a:rPr>
              <a:t>This poster is 48</a:t>
            </a:r>
            <a:r>
              <a:rPr lang="ja-JP" altLang="en-US" sz="2800" dirty="0">
                <a:latin typeface="ITC Franklin Gothic Std Bk Cd"/>
              </a:rPr>
              <a:t>”</a:t>
            </a:r>
            <a:r>
              <a:rPr lang="en-US" altLang="ja-JP" sz="2800" dirty="0">
                <a:latin typeface="ITC Franklin Gothic Std Bk Cd"/>
              </a:rPr>
              <a:t> x 36</a:t>
            </a:r>
            <a:r>
              <a:rPr lang="ja-JP" altLang="en-US" sz="2800" dirty="0">
                <a:latin typeface="ITC Franklin Gothic Std Bk Cd"/>
              </a:rPr>
              <a:t>”</a:t>
            </a:r>
            <a:endParaRPr lang="en-US" sz="2800" dirty="0">
              <a:latin typeface="Georgia" charset="0"/>
              <a:cs typeface="Georgia" charset="0"/>
            </a:endParaRPr>
          </a:p>
        </p:txBody>
      </p:sp>
      <p:sp>
        <p:nvSpPr>
          <p:cNvPr id="10" name="TextBox 9">
            <a:extLst>
              <a:ext uri="{FF2B5EF4-FFF2-40B4-BE49-F238E27FC236}">
                <a16:creationId xmlns:a16="http://schemas.microsoft.com/office/drawing/2014/main" id="{F49E9447-63F9-9A34-033F-C4F35B2703E2}"/>
              </a:ext>
            </a:extLst>
          </p:cNvPr>
          <p:cNvSpPr txBox="1"/>
          <p:nvPr/>
        </p:nvSpPr>
        <p:spPr>
          <a:xfrm>
            <a:off x="32918400" y="25162430"/>
            <a:ext cx="9815513" cy="4430879"/>
          </a:xfrm>
          <a:prstGeom prst="rect">
            <a:avLst/>
          </a:prstGeom>
          <a:noFill/>
        </p:spPr>
        <p:txBody>
          <a:bodyPr wrap="square" lIns="356616" tIns="356616" rIns="356616" bIns="356616" rtlCol="0">
            <a:noAutofit/>
          </a:bodyPr>
          <a:lstStyle/>
          <a:p>
            <a:r>
              <a:rPr lang="en-US" sz="4000" spc="480" dirty="0">
                <a:solidFill>
                  <a:schemeClr val="bg1"/>
                </a:solidFill>
                <a:latin typeface="ITC Franklin Gothic Std Bk Cd" panose="020B0506030503020204" pitchFamily="34" charset="0"/>
                <a:cs typeface="ITC Franklin Gothic Std Dm Cd"/>
              </a:rPr>
              <a:t>ACKNOWLEDGEMENTS</a:t>
            </a:r>
          </a:p>
          <a:p>
            <a:endParaRPr lang="en-US" sz="2800" dirty="0">
              <a:solidFill>
                <a:schemeClr val="bg1"/>
              </a:solidFill>
              <a:latin typeface="ITC Franklin Gothic Std Bk Cd"/>
              <a:cs typeface="ITC Franklin Gothic Std Bk Cd"/>
            </a:endParaRPr>
          </a:p>
          <a:p>
            <a:r>
              <a:rPr lang="en-US" sz="2800" dirty="0">
                <a:solidFill>
                  <a:schemeClr val="bg1"/>
                </a:solidFill>
                <a:latin typeface="ITC Franklin Gothic Std Bk Cd"/>
                <a:cs typeface="ITC Franklin Gothic Std Bk Cd"/>
              </a:rPr>
              <a:t>Professors, etc.</a:t>
            </a:r>
          </a:p>
        </p:txBody>
      </p:sp>
      <p:pic>
        <p:nvPicPr>
          <p:cNvPr id="11" name="Picture 10">
            <a:extLst>
              <a:ext uri="{FF2B5EF4-FFF2-40B4-BE49-F238E27FC236}">
                <a16:creationId xmlns:a16="http://schemas.microsoft.com/office/drawing/2014/main" id="{C2E91003-5BA7-0EB1-F526-6265D08FB5B1}"/>
              </a:ext>
            </a:extLst>
          </p:cNvPr>
          <p:cNvPicPr>
            <a:picLocks noChangeAspect="1"/>
          </p:cNvPicPr>
          <p:nvPr/>
        </p:nvPicPr>
        <p:blipFill>
          <a:blip r:embed="rId3"/>
          <a:stretch>
            <a:fillRect/>
          </a:stretch>
        </p:blipFill>
        <p:spPr>
          <a:xfrm>
            <a:off x="33107199" y="5383851"/>
            <a:ext cx="9423627" cy="10291577"/>
          </a:xfrm>
          <a:prstGeom prst="rect">
            <a:avLst/>
          </a:prstGeom>
        </p:spPr>
      </p:pic>
    </p:spTree>
    <p:extLst>
      <p:ext uri="{BB962C8B-B14F-4D97-AF65-F5344CB8AC3E}">
        <p14:creationId xmlns:p14="http://schemas.microsoft.com/office/powerpoint/2010/main" val="2081111184"/>
      </p:ext>
    </p:extLst>
  </p:cSld>
  <p:clrMapOvr>
    <a:masterClrMapping/>
  </p:clrMapOvr>
</p:sld>
</file>

<file path=ppt/theme/theme1.xml><?xml version="1.0" encoding="utf-8"?>
<a:theme xmlns:a="http://schemas.openxmlformats.org/drawingml/2006/main" name="Humber Section Start Slid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770</TotalTime>
  <Words>158</Words>
  <Application>Microsoft Office PowerPoint</Application>
  <PresentationFormat>Custom</PresentationFormat>
  <Paragraphs>21</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-apple-system</vt:lpstr>
      <vt:lpstr>Arial</vt:lpstr>
      <vt:lpstr>Calibri</vt:lpstr>
      <vt:lpstr>Georgia</vt:lpstr>
      <vt:lpstr>ITC Franklin Gothic Std Bk Cd</vt:lpstr>
      <vt:lpstr>ITC Franklin Gothic Std Dm Cd</vt:lpstr>
      <vt:lpstr>Humber Section Start Slide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SOS Incorporated</dc:creator>
  <cp:lastModifiedBy>Ngoc Le</cp:lastModifiedBy>
  <cp:revision>59</cp:revision>
  <dcterms:created xsi:type="dcterms:W3CDTF">2013-11-05T15:35:21Z</dcterms:created>
  <dcterms:modified xsi:type="dcterms:W3CDTF">2026-03-09T18:09:08Z</dcterms:modified>
</cp:coreProperties>
</file>